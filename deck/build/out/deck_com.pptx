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0DF32-C1AE-4306-A551-E6B5E3F3B6A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DBD6F5-1505-4917-AF9C-67D01C0C4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11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0:00–0:07 (7 s)</a:t>
            </a:r>
          </a:p>
          <a:p>
            <a:r>
              <a:rPr lang="en-US"/>
              <a:t>SAY:</a:t>
            </a:r>
          </a:p>
          <a:p>
            <a:r>
              <a:rPr lang="en-US"/>
              <a:t>"We're Ctrl+Voice. You can edit a voice message like text, before you send it. And it still sounds like you."</a:t>
            </a:r>
          </a:p>
          <a:p>
            <a:endParaRPr lang="en-US"/>
          </a:p>
          <a:p>
            <a:r>
              <a:rPr lang="en-US"/>
              <a:t>ON SCREEN: the waveform of the demo message draws in. The dim bars are the parts Ctrl+Voice will cut later.</a:t>
            </a:r>
          </a:p>
          <a:p>
            <a:r>
              <a:rPr lang="en-US"/>
              <a:t>One click goes to the next slide; everything on every slide plays by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9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0:07–0:19 (12 s)</a:t>
            </a:r>
          </a:p>
          <a:p>
            <a:r>
              <a:rPr lang="en-US"/>
              <a:t>SAY:</a:t>
            </a:r>
          </a:p>
          <a:p>
            <a:r>
              <a:rPr lang="en-US"/>
              <a:t>"In text, a typo is one keystroke. In a voice note, one slip and you re-record, or send it anyway. And WhatsApp alone carries seven billion voice messages a day. Here's a messy one."</a:t>
            </a:r>
          </a:p>
          <a:p>
            <a:endParaRPr lang="en-US"/>
          </a:p>
          <a:p>
            <a:r>
              <a:rPr lang="en-US"/>
              <a:t>ON SCREEN: Backspace fixes the typo (0:01.5); the voice note appears with Re-record / Send anyway (0:03-0:04); the stat (0:06.5).</a:t>
            </a:r>
          </a:p>
          <a:p>
            <a:r>
              <a:rPr lang="en-US"/>
              <a:t>SOURCE: WhatsApp blog, "Making voice messages better" (30 March 2022): "Every day on WhatsApp, our users send 7 billion voice messages on average." https://blog.whatsapp.com/making-voice-messages-better (also TechCrunch, 30 March 2022).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2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0:19–0:41 (22 s)</a:t>
            </a:r>
          </a:p>
          <a:p>
            <a:r>
              <a:rPr lang="en-US"/>
              <a:t>SAY (stay quiet while the voice note plays; it ends about 17 s into the clip):</a:t>
            </a:r>
          </a:p>
          <a:p>
            <a:r>
              <a:rPr lang="en-US"/>
              <a:t>"... 'Scratch that' was removed while it was still recording. One key, and it's cleaned up and sent."</a:t>
            </a:r>
          </a:p>
          <a:p>
            <a:endParaRPr lang="en-US"/>
          </a:p>
          <a:p>
            <a:r>
              <a:rPr lang="en-US"/>
              <a:t>ON SCREEN: the clip starts by itself. Alt+` opens the recording bar over a chat; the live caption follows the audio; at 0:16 "Also, I talked to Jake ... Scratch that." is struck and disappears; Alt+` again: "Cleaning up..." then "Sent to Discord"; the cleaned file (8 s) lands in the chat. The four steps at the top light up with it.</a:t>
            </a:r>
          </a:p>
          <a:p>
            <a:endParaRPr lang="en-US"/>
          </a:p>
          <a:p>
            <a:r>
              <a:rPr lang="en-US"/>
              <a:t>HOW THE CLIP WAS MADE: the real Ctrl+Voice recording bar (its own HTML/JS), driven offscreen with this message's real transcript and cuts, over a generic chat window. In the app only "scratch that" and Undo strike words live; fillers and the correction are cut when you finish (next slide). The live detector needs a short pause after "scratch that", so the clip adds 0.94 s of silence there (the live test did the same). Caption cadence (about 0.9 s per update, 0.45 s behind) is from a live test; the send-step timing is illustrative.</a:t>
            </a:r>
          </a:p>
          <a:p>
            <a:endParaRPr lang="en-US"/>
          </a:p>
          <a:p>
            <a:r>
              <a:rPr lang="en-US"/>
              <a:t>PLACEHOLDER AUDIO: the voice in this demo is synthetic (F5-TTS cloning a DisfluencySpeech voice; respeak docs/HANDOFF.md). It is not a recording of you or anyone on the team; don't call it one. Swap in your own recording before presenting (deck/SWAP.md).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77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0:41–0:49 (8 s)</a:t>
            </a:r>
          </a:p>
          <a:p>
            <a:r>
              <a:rPr lang="en-US"/>
              <a:t>SAY:</a:t>
            </a:r>
          </a:p>
          <a:p>
            <a:r>
              <a:rPr lang="en-US"/>
              <a:t>"Here's what it found: the fillers, a correction, 'Monday, no wait', and the whole sentence that was taken back."</a:t>
            </a:r>
          </a:p>
          <a:p>
            <a:endParaRPr lang="en-US"/>
          </a:p>
          <a:p>
            <a:r>
              <a:rPr lang="en-US"/>
              <a:t>ON SCREEN: each cut is struck and labelled in turn (filler, correction, filler, taken back) and its stretch of the waveform turns red.</a:t>
            </a:r>
          </a:p>
          <a:p>
            <a:r>
              <a:rPr lang="en-US"/>
              <a:t>DATA: transcript and cuts are the engine's own output for this message (media/deck_data.json, sid 5eef2781). Nothing on this slide is drawn by hand.</a:t>
            </a:r>
          </a:p>
          <a:p>
            <a:endParaRPr lang="en-US"/>
          </a:p>
          <a:p>
            <a:r>
              <a:rPr lang="en-US"/>
              <a:t>PLACEHOLDER AUDIO: the voice in this demo is synthetic (F5-TTS cloning a DisfluencySpeech voice; respeak docs/HANDOFF.md). It is not a recording of you or anyone on the team; don't call it one. Swap in your own recording before presenting (deck/SWAP.md).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54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0:49–1:02 (13 s)</a:t>
            </a:r>
          </a:p>
          <a:p>
            <a:r>
              <a:rPr lang="en-US"/>
              <a:t>SAY (after the audio, about 10 s into the slide):</a:t>
            </a:r>
          </a:p>
          <a:p>
            <a:r>
              <a:rPr lang="en-US"/>
              <a:t>"15 seconds down to 8, cleaned in 0.7 seconds. Nothing was regenerated: every word you just heard is the original audio, only cut."</a:t>
            </a:r>
          </a:p>
          <a:p>
            <a:endParaRPr lang="en-US"/>
          </a:p>
          <a:p>
            <a:r>
              <a:rPr lang="en-US"/>
              <a:t>ON SCREEN: Morph. The cut words drop out and the rest slide together; the waveform closes up to 8.0 s; the cleaned audio plays by itself with the playhead.</a:t>
            </a:r>
          </a:p>
          <a:p>
            <a:r>
              <a:rPr lang="en-US"/>
              <a:t>BUTTONS: "Before" and "After" play the two versions when clicked (handy in Q&amp;A). Clicking anywhere else goes on.</a:t>
            </a:r>
          </a:p>
          <a:p>
            <a:r>
              <a:rPr lang="en-US"/>
              <a:t>SOURCE: respeak docs/RESULTS.md, End to end: "14.7 s test message cleaned to 8.0 s in 0.7 s (4 cuts)". This is that message. If you swap the recording, set clean_seconds in build/config.json to the new time (or null).</a:t>
            </a:r>
          </a:p>
          <a:p>
            <a:r>
              <a:rPr lang="en-US"/>
              <a:t>KNOWN: "the, the" stays: the cleanup did not mark that repeat.</a:t>
            </a:r>
          </a:p>
          <a:p>
            <a:endParaRPr lang="en-US"/>
          </a:p>
          <a:p>
            <a:r>
              <a:rPr lang="en-US"/>
              <a:t>PLACEHOLDER AUDIO: the voice in this demo is synthetic (F5-TTS cloning a DisfluencySpeech voice; respeak docs/HANDOFF.md). It is not a recording of you or anyone on the team; don't call it one. Swap in your own recording before presenting (deck/SWAP.md).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9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1:02–1:14 (12 s)</a:t>
            </a:r>
          </a:p>
          <a:p>
            <a:r>
              <a:rPr lang="en-US"/>
              <a:t>SAY:</a:t>
            </a:r>
          </a:p>
          <a:p>
            <a:r>
              <a:rPr lang="en-US"/>
              <a:t>"So think of it as three shortcuts for your voice. Find the slip. Cut it. And when a cut isn't enough: Voice. Say the fix, in your own voice."</a:t>
            </a:r>
          </a:p>
          <a:p>
            <a:endParaRPr lang="en-US"/>
          </a:p>
          <a:p>
            <a:r>
              <a:rPr lang="en-US"/>
              <a:t>ON SCREEN: Ctrl+F, Ctrl+X and Ctrl+V light up as you say Find (0:03), Cut (0:04) and Voice (0:06). Voice lights green: green means AI-made audio, as in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71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1:14–1:30 (16 s)</a:t>
            </a:r>
          </a:p>
          <a:p>
            <a:r>
              <a:rPr lang="en-US"/>
              <a:t>SAY:</a:t>
            </a:r>
          </a:p>
          <a:p>
            <a:r>
              <a:rPr lang="en-US"/>
              <a:t>"In the editor: original or fixed, one click. Select a word, type a new one." (while it works) "It's said in your voice, then re-transcribed to check." (let the phrase play) "Three to four seconds a word."</a:t>
            </a:r>
          </a:p>
          <a:p>
            <a:endParaRPr lang="en-US"/>
          </a:p>
          <a:p>
            <a:r>
              <a:rPr lang="en-US"/>
              <a:t>ON SCREEN: Original / Fixed (0:01-0:03), select "cafe" (0:04), Replace, type "park"; the engine's result arrives after its real 3.5 s and "park" turns green (0:10); then the edited phrase plays from the engine's real audio.</a:t>
            </a:r>
          </a:p>
          <a:p>
            <a:r>
              <a:rPr lang="en-US"/>
              <a:t>SOURCE: the replacement and its audio are a real engine run on this message (playdiff, ASR-verified). RESULTS.md End to end: "'cafe' -&gt; 'park' in 3.1-4.2 s, ASR-verified". The clip is the real app UI (its own HTML/JS) with engine calls answered from saved engine output.</a:t>
            </a:r>
          </a:p>
          <a:p>
            <a:endParaRPr lang="en-US"/>
          </a:p>
          <a:p>
            <a:r>
              <a:rPr lang="en-US"/>
              <a:t>PLACEHOLDER AUDIO: the voice in this demo is synthetic (F5-TTS cloning a DisfluencySpeech voice; respeak docs/HANDOFF.md). It is not a recording of you or anyone on the team; don't call it one. Swap in your own recording before presenting (deck/SWAP.md).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30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1:30–1:40 (10 s)</a:t>
            </a:r>
          </a:p>
          <a:p>
            <a:r>
              <a:rPr lang="en-US"/>
              <a:t>SAY:</a:t>
            </a:r>
          </a:p>
          <a:p>
            <a:r>
              <a:rPr lang="en-US"/>
              <a:t>"Same words, different tone: confident, warm, calm. It only moves pitch and pace, so it's still your voice."</a:t>
            </a:r>
          </a:p>
          <a:p>
            <a:endParaRPr lang="en-US"/>
          </a:p>
          <a:p>
            <a:r>
              <a:rPr lang="en-US"/>
              <a:t>ON SCREEN: the tone panel of the real app; each character lights up as its slider rises (confident 0:02, warm 0:04, calm 0:06). No tone audio is played on this slide.</a:t>
            </a:r>
          </a:p>
          <a:p>
            <a:r>
              <a:rPr lang="en-US"/>
              <a:t>SOURCE: RESULTS.md Round 2, Tone: "Natural presets: 0.1 s, voice untouched (pitch/pace only)." The AI tone engine is a separate, experimental option and is not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270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1:40–1:54 (14 s)</a:t>
            </a:r>
          </a:p>
          <a:p>
            <a:r>
              <a:rPr lang="en-US"/>
              <a:t>PLACEHOLDER: there is no real screen recording in the deck yet. Record the real app in Discord/Vesktop (Alt+`, talk, "scratch that", Alt+`, the message arrives; then open it in the editor), trim to about 14 s, save as deck/media/screen.mp4 and rebuild (SWAP.md). Until then, hide this slide and give its time to How it works.</a:t>
            </a:r>
          </a:p>
          <a:p>
            <a:r>
              <a:rPr lang="en-US"/>
              <a:t>SAY:</a:t>
            </a:r>
          </a:p>
          <a:p>
            <a:r>
              <a:rPr lang="en-US"/>
              <a:t>"And this is the real app, unedited: one key to record, one key to send, straight into Discord."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68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1:54–2:14 (20 s)</a:t>
            </a:r>
          </a:p>
          <a:p>
            <a:r>
              <a:rPr lang="en-US"/>
              <a:t>SAY:</a:t>
            </a:r>
          </a:p>
          <a:p>
            <a:r>
              <a:rPr lang="en-US"/>
              <a:t>"Three paths. Live: Whisper re-transcribes the whole message about once a second and a forced aligner times each word, so 'scratch that' works mid-sentence. Clean: an LLM marks what to cut; rule checks only let it delete, and it can't drop a number, a date or a 'not' unless you corrected it. Regenerate: two speech models race, and we keep the take that passes re-transcription and sounds most like you."</a:t>
            </a:r>
          </a:p>
          <a:p>
            <a:endParaRPr lang="en-US"/>
          </a:p>
          <a:p>
            <a:r>
              <a:rPr lang="en-US"/>
              <a:t>ON SCREEN: the three lanes appear as you reach them (0:00, 0:06, 0:12). The green-outlined box (Splice) is the key idea of the next slide.</a:t>
            </a:r>
          </a:p>
          <a:p>
            <a:r>
              <a:rPr lang="en-US"/>
              <a:t>SOURCE: respeak docs/HANDOFF.md §2: the server re-transcribes every 0.7 s (the live test saw an update about every 0.9 s), wav2vec2 CTC forced aligner, Qwen3.6-35B-A3B with delete-only validators that protect negations/numbers/dates unless a correction replaces them with the same type, 12 ms equal-power crossfades at the quietest frame, PlayDiffusion and F5-TTS in parallel on a window of up to about 4 s each side, verified by re-transcription, best by speaker similarity (ECAPA). Ctrl+Voice README: the file is pasted into the window you were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69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2:14–2:26 (12 s)</a:t>
            </a:r>
          </a:p>
          <a:p>
            <a:r>
              <a:rPr lang="en-US"/>
              <a:t>SAY:</a:t>
            </a:r>
          </a:p>
          <a:p>
            <a:r>
              <a:rPr lang="en-US"/>
              <a:t>"Here's what makes it work. Regenerate the whole clip and the voice drifts: 0.73 similarity. Regenerate only the new word and splice it into the untouched original: 0.98. Same engine, same edits."</a:t>
            </a:r>
          </a:p>
          <a:p>
            <a:endParaRPr lang="en-US"/>
          </a:p>
          <a:p>
            <a:r>
              <a:rPr lang="en-US"/>
              <a:t>SOURCE: respeak docs/RESULTS.md Round 1, word/phrase replacement, 10 real recordings: "PlayDiffusion raw (no splice)" voice sim 0.733; "PlayDiffusion + splice" 0.976 (both 10/10 vs 9/10 correct, WER 0.046).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28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2:26–2:38 (12 s)</a:t>
            </a:r>
          </a:p>
          <a:p>
            <a:r>
              <a:rPr lang="en-US"/>
              <a:t>SAY:</a:t>
            </a:r>
          </a:p>
          <a:p>
            <a:r>
              <a:rPr lang="en-US"/>
              <a:t>"We measured every stage on real speech. Cleanup: 24 of 28 messages exactly right, with zero wrong deletions on trick sentences. Undo in 351 milliseconds. Word replacement: 9 of 10 correct."</a:t>
            </a:r>
          </a:p>
          <a:p>
            <a:endParaRPr lang="en-US"/>
          </a:p>
          <a:p>
            <a:r>
              <a:rPr lang="en-US"/>
              <a:t>SOURCE: respeak docs/RESULTS.md. Clean up: Qwen3-8B word indices 9/28, 2/10 wrong deletions; Qwen3.6-35B-A3B inline markup 15/28, 0/10; + repair post-processor 24/28, 0/10; undo 4/6 -&gt; 6/6. End to end: live undo 351 ms (395 ms through the public HTTPS proxy). Replacement: PlayDiffusion + splice 9/10, WER 0.046, voice sim 0.976, 1.5 s/edit (dots.tts.edit + splice was 10/10 but 12.7 s/edit). Detector: AUC 0.88 (acc &lt;= 5) vs 0.73 training-free; correlation with experts 0.53 (published GOPT 0.53). Grammar: 8/8 rendered and heard correctly on EdAcc, 2.3-6.2 s each; utterances were pre-selected by the same prompt.</a:t>
            </a:r>
          </a:p>
          <a:p>
            <a:r>
              <a:rPr lang="en-US"/>
              <a:t>NOTE: from the desktop app over the pod proxy, undo round trips measured 375 ms in one live test and about 1.8 s in another. Quote 351 ms as the engine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49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2:38–2:50 (12 s)</a:t>
            </a:r>
          </a:p>
          <a:p>
            <a:r>
              <a:rPr lang="en-US"/>
              <a:t>SAY:</a:t>
            </a:r>
          </a:p>
          <a:p>
            <a:r>
              <a:rPr lang="en-US"/>
              <a:t>"For listeners: 44% play voice notes at double speed. For second-language speakers: 'didn't got' becomes 'didn't get', in their own voice. And for anyone who'd like to take it back."</a:t>
            </a:r>
          </a:p>
          <a:p>
            <a:endParaRPr lang="en-US"/>
          </a:p>
          <a:p>
            <a:r>
              <a:rPr lang="en-US"/>
              <a:t>SOURCE: Sky Mobile poll of 2,000 UK adults (2025): 44% listen to voice notes at double speed; the average voice note is 3 minutes, people want 2. https://www.skygroup.sky/article/voice-no-brits-call-time-on-long-voice-notes</a:t>
            </a:r>
          </a:p>
          <a:p>
            <a:r>
              <a:rPr lang="en-US"/>
              <a:t>RESULTS.md Round 2, Grammar: 8/8 fixes rendered and heard correctly on 8 EdAcc non-native speakers ("didn't got" -&gt; "didn't get"); utterances were pre-selected, so this measures rendering, not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74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2:50–3:00 (10 s)</a:t>
            </a:r>
          </a:p>
          <a:p>
            <a:r>
              <a:rPr lang="en-US"/>
              <a:t>SAY:</a:t>
            </a:r>
          </a:p>
          <a:p>
            <a:r>
              <a:rPr lang="en-US"/>
              <a:t>"We're Ctrl+Voice. Say it messy. Send it clean. Thank you."</a:t>
            </a:r>
          </a:p>
          <a:p>
            <a:endParaRPr lang="en-US"/>
          </a:p>
          <a:p>
            <a:r>
              <a:rPr lang="en-US"/>
              <a:t>TO DO: 3 team names are still [Name] (amber). Fill them in build/config.json -&gt; team and rebuild.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04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Hidden appendix slide (not shown in the slide show). Open it in Q&amp;A if asked about limits or full numbers.</a:t>
            </a:r>
          </a:p>
          <a:p>
            <a:r>
              <a:rPr lang="en-US"/>
              <a:t>SOURCE: respeak docs/RESULTS.md and docs/HANDOFF.md §7 Known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21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87D05-9289-BBB8-0240-702963A2D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CEF23F-0270-970F-1345-F71F1BB06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14523-6269-CFDA-F130-D00C0D353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A742B-69EF-B9FE-135F-FB9A9D63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F64A1-3B34-2CDD-A2F9-BD88558EE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8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047B0-1B74-AF16-6E69-ED179E1BA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D895A-D7E0-E753-DDCD-22D3CDBF8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16E56-0040-AB07-9A8C-4D2E8440A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D4ECB-C467-F9AA-2904-5190074B6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AB09B-2A0A-AE2D-AAF3-40F9450B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0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6E64F-1E78-0A4A-0578-6BC3C256A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163BA-8E48-BEBC-1010-334F7252D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D77BF-F079-B98B-F895-63125B823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C2ACB-A011-4A04-E896-9BF8F717C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C7115-0649-36D0-66F6-FB8A7731C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70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2EBAF-B256-1890-573D-3DBC17BC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6E8D6-7F28-4241-0516-3312C98BA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6D929-9519-911B-EC60-2F7588375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4C410-E363-82A8-0F74-DDBD7D423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49B69-BBD5-772A-A5E3-8344AEA36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0BD69-6207-8EF6-4093-BCC32F5D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17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C22F-F007-F776-D36D-D5ADD26B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29148-6E02-1F73-4B09-31A1D09C7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524E8-72C4-3510-A4D0-1E93ACDAE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372BFB-72C8-41C0-AB6F-B374FD5DA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AB5786-ADDC-946A-4C0B-6CC56954C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04C66A-D071-5FE9-91A3-683402BA9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4536F2-B6F3-29E6-ED30-8E18F2970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4029E-5B35-8345-E749-FFBAE7CD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9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D5E7-EEE1-61F9-8D63-7D6C5260F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CD7B72-7C1C-6D07-E9DB-113CE4272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22A1F-A821-D73F-9CFB-307593143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3727A-CEF0-A6E0-2386-6FB1F6BC3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29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6B0E71-B17C-9038-B4EA-B8FAA0649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003F10-1D46-71AB-FFE0-FC1AC0C9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2436D-4B62-637C-7A04-B9A385302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04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9A1DE-B8E0-7B33-05F0-60E07DABF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12182-E722-21A4-1EEE-80372668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7EA4A-3BE9-C72C-EAB2-539B39999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F70AD-736D-1D6C-EB8D-74F60C8C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009B2-D184-9909-F749-FD070FA54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78585-2B69-B8DB-4209-5207B76B9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17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E21A9-F42A-5B88-CB1B-628FBB230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70674-1613-390C-E017-6028F7259F2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4501F-3EC4-C50A-65EB-71B371B33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022BF-418F-DFE6-A363-B004D881D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87576-7909-CF6C-EB6C-A6E5A989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1B434-282F-50DC-2B73-B418065B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78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E029-4290-AF36-3A71-D0C097D4E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3F1C0-640F-BBB5-F4DC-E301E311D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FFC03-1E0D-D0F4-3F8C-445C1DFD5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9B20-AA72-0E3C-3261-55BC4CCE4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031FE-FCFE-339B-75F6-884ECE60B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67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10C03-2628-A1E9-4D8C-06493A95B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82138B-90B4-0CFA-04CE-F2D7D878F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28693-134F-1DB9-247D-EC445955F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A20CA-F18C-478F-29EF-8C2514657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287DF-65D4-C33F-B99E-F5B37DB41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00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7167C-38B6-F76C-6A54-FE430CF5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E2EE5-4C8C-F7A2-78D7-E9B33CBD9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8042C-6536-9901-F1E8-E3BB25E9F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A5635-37CA-D5F5-7F9A-C70EACC5D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1CCA6-E596-C9EF-B400-B48ED0A85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3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3.wav"/><Relationship Id="rId7" Type="http://schemas.openxmlformats.org/officeDocument/2006/relationships/image" Target="../media/image2.png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3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s1_7">
            <a:extLst>
              <a:ext uri="{FF2B5EF4-FFF2-40B4-BE49-F238E27FC236}">
                <a16:creationId xmlns:a16="http://schemas.microsoft.com/office/drawing/2014/main" id="{48DF10CF-BD52-4334-0469-95B7A3C5EEC9}"/>
              </a:ext>
            </a:extLst>
          </p:cNvPr>
          <p:cNvGrpSpPr/>
          <p:nvPr/>
        </p:nvGrpSpPr>
        <p:grpSpPr>
          <a:xfrm>
            <a:off x="736981" y="1956181"/>
            <a:ext cx="685038" cy="685038"/>
            <a:chOff x="736981" y="1956181"/>
            <a:chExt cx="685038" cy="685038"/>
          </a:xfrm>
        </p:grpSpPr>
        <p:sp>
          <p:nvSpPr>
            <p:cNvPr id="2" name="s1_1">
              <a:extLst>
                <a:ext uri="{FF2B5EF4-FFF2-40B4-BE49-F238E27FC236}">
                  <a16:creationId xmlns:a16="http://schemas.microsoft.com/office/drawing/2014/main" id="{42CF64A7-A628-2F3F-8B4D-CA845E5F954C}"/>
                </a:ext>
              </a:extLst>
            </p:cNvPr>
            <p:cNvSpPr/>
            <p:nvPr/>
          </p:nvSpPr>
          <p:spPr>
            <a:xfrm>
              <a:off x="736981" y="1956181"/>
              <a:ext cx="685038" cy="685038"/>
            </a:xfrm>
            <a:prstGeom prst="roundRect">
              <a:avLst>
                <a:gd name="adj" fmla="val 21505"/>
              </a:avLst>
            </a:prstGeom>
            <a:noFill/>
            <a:ln w="51562" cap="flat" cmpd="sng" algn="ctr">
              <a:solidFill>
                <a:srgbClr val="F3F2EE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s1_2">
              <a:extLst>
                <a:ext uri="{FF2B5EF4-FFF2-40B4-BE49-F238E27FC236}">
                  <a16:creationId xmlns:a16="http://schemas.microsoft.com/office/drawing/2014/main" id="{7E33470E-0213-C955-F785-F02178D88C96}"/>
                </a:ext>
              </a:extLst>
            </p:cNvPr>
            <p:cNvSpPr/>
            <p:nvPr/>
          </p:nvSpPr>
          <p:spPr>
            <a:xfrm>
              <a:off x="855574" y="2206625"/>
              <a:ext cx="44196" cy="1841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s1_3">
              <a:extLst>
                <a:ext uri="{FF2B5EF4-FFF2-40B4-BE49-F238E27FC236}">
                  <a16:creationId xmlns:a16="http://schemas.microsoft.com/office/drawing/2014/main" id="{772CD83C-DD08-A249-DB02-00B023F34EBA}"/>
                </a:ext>
              </a:extLst>
            </p:cNvPr>
            <p:cNvSpPr/>
            <p:nvPr/>
          </p:nvSpPr>
          <p:spPr>
            <a:xfrm>
              <a:off x="955015" y="2129282"/>
              <a:ext cx="44196" cy="33883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1_4">
              <a:extLst>
                <a:ext uri="{FF2B5EF4-FFF2-40B4-BE49-F238E27FC236}">
                  <a16:creationId xmlns:a16="http://schemas.microsoft.com/office/drawing/2014/main" id="{E254BB96-C9EB-437C-160F-7A2657E2367A}"/>
                </a:ext>
              </a:extLst>
            </p:cNvPr>
            <p:cNvSpPr/>
            <p:nvPr/>
          </p:nvSpPr>
          <p:spPr>
            <a:xfrm>
              <a:off x="1057402" y="2044573"/>
              <a:ext cx="44196" cy="50825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s1_5">
              <a:extLst>
                <a:ext uri="{FF2B5EF4-FFF2-40B4-BE49-F238E27FC236}">
                  <a16:creationId xmlns:a16="http://schemas.microsoft.com/office/drawing/2014/main" id="{E6A09B9B-36C5-73E3-A434-139D05AD336B}"/>
                </a:ext>
              </a:extLst>
            </p:cNvPr>
            <p:cNvSpPr/>
            <p:nvPr/>
          </p:nvSpPr>
          <p:spPr>
            <a:xfrm>
              <a:off x="1159789" y="2136648"/>
              <a:ext cx="44196" cy="32410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1_6">
              <a:extLst>
                <a:ext uri="{FF2B5EF4-FFF2-40B4-BE49-F238E27FC236}">
                  <a16:creationId xmlns:a16="http://schemas.microsoft.com/office/drawing/2014/main" id="{D52041DF-900F-61DC-424C-3B6FF2493B32}"/>
                </a:ext>
              </a:extLst>
            </p:cNvPr>
            <p:cNvSpPr/>
            <p:nvPr/>
          </p:nvSpPr>
          <p:spPr>
            <a:xfrm>
              <a:off x="1259230" y="2210308"/>
              <a:ext cx="44196" cy="17678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s1_8">
            <a:extLst>
              <a:ext uri="{FF2B5EF4-FFF2-40B4-BE49-F238E27FC236}">
                <a16:creationId xmlns:a16="http://schemas.microsoft.com/office/drawing/2014/main" id="{33075ABF-F60B-6614-3292-83D91DDBAFE9}"/>
              </a:ext>
            </a:extLst>
          </p:cNvPr>
          <p:cNvSpPr txBox="1"/>
          <p:nvPr/>
        </p:nvSpPr>
        <p:spPr>
          <a:xfrm>
            <a:off x="1676400" y="1777999"/>
            <a:ext cx="7620000" cy="1041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5800">
                <a:solidFill>
                  <a:srgbClr val="F3F2EE"/>
                </a:solidFill>
                <a:latin typeface="Segoe UI Semibold" panose="020B0702040204020203" pitchFamily="34" charset="0"/>
              </a:rPr>
              <a:t>Ctrl+Voice</a:t>
            </a:r>
          </a:p>
        </p:txBody>
      </p:sp>
      <p:sp>
        <p:nvSpPr>
          <p:cNvPr id="10" name="s1_9">
            <a:extLst>
              <a:ext uri="{FF2B5EF4-FFF2-40B4-BE49-F238E27FC236}">
                <a16:creationId xmlns:a16="http://schemas.microsoft.com/office/drawing/2014/main" id="{836FCBCE-517E-4B78-522B-AD555A05EDE8}"/>
              </a:ext>
            </a:extLst>
          </p:cNvPr>
          <p:cNvSpPr txBox="1"/>
          <p:nvPr/>
        </p:nvSpPr>
        <p:spPr>
          <a:xfrm>
            <a:off x="711200" y="3124199"/>
            <a:ext cx="107696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>
                <a:solidFill>
                  <a:srgbClr val="F3F2EE"/>
                </a:solidFill>
                <a:latin typeface="Sitka Display" pitchFamily="2" charset="0"/>
              </a:rPr>
              <a:t>Say it messy. Send it clean.</a:t>
            </a:r>
          </a:p>
        </p:txBody>
      </p:sp>
      <p:sp>
        <p:nvSpPr>
          <p:cNvPr id="11" name="s1_10">
            <a:extLst>
              <a:ext uri="{FF2B5EF4-FFF2-40B4-BE49-F238E27FC236}">
                <a16:creationId xmlns:a16="http://schemas.microsoft.com/office/drawing/2014/main" id="{8AB99A44-3932-3CD4-8D4B-349E81710FF2}"/>
              </a:ext>
            </a:extLst>
          </p:cNvPr>
          <p:cNvSpPr txBox="1"/>
          <p:nvPr/>
        </p:nvSpPr>
        <p:spPr>
          <a:xfrm>
            <a:off x="711200" y="3835399"/>
            <a:ext cx="9652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A8A49C"/>
                </a:solidFill>
                <a:latin typeface="Segoe UI" panose="020B0502040204020203" pitchFamily="34" charset="0"/>
              </a:rPr>
              <a:t>Edit a voice message like text, before you send it. It still sounds like you.</a:t>
            </a:r>
          </a:p>
        </p:txBody>
      </p:sp>
      <p:grpSp>
        <p:nvGrpSpPr>
          <p:cNvPr id="209" name="s1_208">
            <a:extLst>
              <a:ext uri="{FF2B5EF4-FFF2-40B4-BE49-F238E27FC236}">
                <a16:creationId xmlns:a16="http://schemas.microsoft.com/office/drawing/2014/main" id="{36DE875B-0F72-E1E1-F023-847662CA99D4}"/>
              </a:ext>
            </a:extLst>
          </p:cNvPr>
          <p:cNvGrpSpPr/>
          <p:nvPr/>
        </p:nvGrpSpPr>
        <p:grpSpPr>
          <a:xfrm>
            <a:off x="723294" y="4991100"/>
            <a:ext cx="10745412" cy="685800"/>
            <a:chOff x="723294" y="4991100"/>
            <a:chExt cx="10745412" cy="685800"/>
          </a:xfrm>
        </p:grpSpPr>
        <p:sp>
          <p:nvSpPr>
            <p:cNvPr id="12" name="s1_11">
              <a:extLst>
                <a:ext uri="{FF2B5EF4-FFF2-40B4-BE49-F238E27FC236}">
                  <a16:creationId xmlns:a16="http://schemas.microsoft.com/office/drawing/2014/main" id="{DC7CFCEA-AFA4-0630-FC3E-B5A311D9DFA0}"/>
                </a:ext>
              </a:extLst>
            </p:cNvPr>
            <p:cNvSpPr/>
            <p:nvPr/>
          </p:nvSpPr>
          <p:spPr>
            <a:xfrm>
              <a:off x="723294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1_12">
              <a:extLst>
                <a:ext uri="{FF2B5EF4-FFF2-40B4-BE49-F238E27FC236}">
                  <a16:creationId xmlns:a16="http://schemas.microsoft.com/office/drawing/2014/main" id="{57F21F26-1150-0C2B-F647-839A343EDBDC}"/>
                </a:ext>
              </a:extLst>
            </p:cNvPr>
            <p:cNvSpPr/>
            <p:nvPr/>
          </p:nvSpPr>
          <p:spPr>
            <a:xfrm>
              <a:off x="777962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s1_13">
              <a:extLst>
                <a:ext uri="{FF2B5EF4-FFF2-40B4-BE49-F238E27FC236}">
                  <a16:creationId xmlns:a16="http://schemas.microsoft.com/office/drawing/2014/main" id="{5BD73B6C-6BEE-1CFB-DF25-E450554F0183}"/>
                </a:ext>
              </a:extLst>
            </p:cNvPr>
            <p:cNvSpPr/>
            <p:nvPr/>
          </p:nvSpPr>
          <p:spPr>
            <a:xfrm>
              <a:off x="832630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1_14">
              <a:extLst>
                <a:ext uri="{FF2B5EF4-FFF2-40B4-BE49-F238E27FC236}">
                  <a16:creationId xmlns:a16="http://schemas.microsoft.com/office/drawing/2014/main" id="{CCAF5366-BC47-FA0B-7055-FE2558DDEF58}"/>
                </a:ext>
              </a:extLst>
            </p:cNvPr>
            <p:cNvSpPr/>
            <p:nvPr/>
          </p:nvSpPr>
          <p:spPr>
            <a:xfrm>
              <a:off x="887298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s1_15">
              <a:extLst>
                <a:ext uri="{FF2B5EF4-FFF2-40B4-BE49-F238E27FC236}">
                  <a16:creationId xmlns:a16="http://schemas.microsoft.com/office/drawing/2014/main" id="{68DE63E8-AC79-0771-1643-FF584980802E}"/>
                </a:ext>
              </a:extLst>
            </p:cNvPr>
            <p:cNvSpPr/>
            <p:nvPr/>
          </p:nvSpPr>
          <p:spPr>
            <a:xfrm>
              <a:off x="941966" y="5083683"/>
              <a:ext cx="30480" cy="5006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s1_16">
              <a:extLst>
                <a:ext uri="{FF2B5EF4-FFF2-40B4-BE49-F238E27FC236}">
                  <a16:creationId xmlns:a16="http://schemas.microsoft.com/office/drawing/2014/main" id="{054613DA-B9EE-FA54-499B-43C964FFD67A}"/>
                </a:ext>
              </a:extLst>
            </p:cNvPr>
            <p:cNvSpPr/>
            <p:nvPr/>
          </p:nvSpPr>
          <p:spPr>
            <a:xfrm>
              <a:off x="996634" y="4991100"/>
              <a:ext cx="30480" cy="68580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s1_17">
              <a:extLst>
                <a:ext uri="{FF2B5EF4-FFF2-40B4-BE49-F238E27FC236}">
                  <a16:creationId xmlns:a16="http://schemas.microsoft.com/office/drawing/2014/main" id="{A31AD87D-1BF8-1E2D-800D-5A78C76FC230}"/>
                </a:ext>
              </a:extLst>
            </p:cNvPr>
            <p:cNvSpPr/>
            <p:nvPr/>
          </p:nvSpPr>
          <p:spPr>
            <a:xfrm>
              <a:off x="1051302" y="5034648"/>
              <a:ext cx="30480" cy="59870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s1_18">
              <a:extLst>
                <a:ext uri="{FF2B5EF4-FFF2-40B4-BE49-F238E27FC236}">
                  <a16:creationId xmlns:a16="http://schemas.microsoft.com/office/drawing/2014/main" id="{77825F3A-9E17-E9C9-576C-B6B12BBD11AC}"/>
                </a:ext>
              </a:extLst>
            </p:cNvPr>
            <p:cNvSpPr/>
            <p:nvPr/>
          </p:nvSpPr>
          <p:spPr>
            <a:xfrm>
              <a:off x="1105970" y="4991100"/>
              <a:ext cx="30480" cy="68580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1_19">
              <a:extLst>
                <a:ext uri="{FF2B5EF4-FFF2-40B4-BE49-F238E27FC236}">
                  <a16:creationId xmlns:a16="http://schemas.microsoft.com/office/drawing/2014/main" id="{BB65E83E-19DB-16D0-2A91-5CC5043FB109}"/>
                </a:ext>
              </a:extLst>
            </p:cNvPr>
            <p:cNvSpPr/>
            <p:nvPr/>
          </p:nvSpPr>
          <p:spPr>
            <a:xfrm>
              <a:off x="1160638" y="4991100"/>
              <a:ext cx="30480" cy="68580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s1_20">
              <a:extLst>
                <a:ext uri="{FF2B5EF4-FFF2-40B4-BE49-F238E27FC236}">
                  <a16:creationId xmlns:a16="http://schemas.microsoft.com/office/drawing/2014/main" id="{CDD4EAE6-8C9F-6AFB-A2D7-B28CF9CCFF05}"/>
                </a:ext>
              </a:extLst>
            </p:cNvPr>
            <p:cNvSpPr/>
            <p:nvPr/>
          </p:nvSpPr>
          <p:spPr>
            <a:xfrm>
              <a:off x="1215306" y="4996243"/>
              <a:ext cx="30480" cy="67551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s1_21">
              <a:extLst>
                <a:ext uri="{FF2B5EF4-FFF2-40B4-BE49-F238E27FC236}">
                  <a16:creationId xmlns:a16="http://schemas.microsoft.com/office/drawing/2014/main" id="{D3F6848B-821F-154A-DE5F-1463C6A04C78}"/>
                </a:ext>
              </a:extLst>
            </p:cNvPr>
            <p:cNvSpPr/>
            <p:nvPr/>
          </p:nvSpPr>
          <p:spPr>
            <a:xfrm>
              <a:off x="1269974" y="5022990"/>
              <a:ext cx="30480" cy="62202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1_22">
              <a:extLst>
                <a:ext uri="{FF2B5EF4-FFF2-40B4-BE49-F238E27FC236}">
                  <a16:creationId xmlns:a16="http://schemas.microsoft.com/office/drawing/2014/main" id="{504D33D6-BEC6-C101-B7FE-EDAE81D045C3}"/>
                </a:ext>
              </a:extLst>
            </p:cNvPr>
            <p:cNvSpPr/>
            <p:nvPr/>
          </p:nvSpPr>
          <p:spPr>
            <a:xfrm>
              <a:off x="1324642" y="5215014"/>
              <a:ext cx="30480" cy="23797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s1_23">
              <a:extLst>
                <a:ext uri="{FF2B5EF4-FFF2-40B4-BE49-F238E27FC236}">
                  <a16:creationId xmlns:a16="http://schemas.microsoft.com/office/drawing/2014/main" id="{E1304819-8822-DB1D-3E39-20A04251B009}"/>
                </a:ext>
              </a:extLst>
            </p:cNvPr>
            <p:cNvSpPr/>
            <p:nvPr/>
          </p:nvSpPr>
          <p:spPr>
            <a:xfrm>
              <a:off x="1379310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1_24">
              <a:extLst>
                <a:ext uri="{FF2B5EF4-FFF2-40B4-BE49-F238E27FC236}">
                  <a16:creationId xmlns:a16="http://schemas.microsoft.com/office/drawing/2014/main" id="{1398202B-7E53-E3BF-7CD4-99D1F2FB2005}"/>
                </a:ext>
              </a:extLst>
            </p:cNvPr>
            <p:cNvSpPr/>
            <p:nvPr/>
          </p:nvSpPr>
          <p:spPr>
            <a:xfrm>
              <a:off x="1433978" y="5153978"/>
              <a:ext cx="30480" cy="36004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s1_25">
              <a:extLst>
                <a:ext uri="{FF2B5EF4-FFF2-40B4-BE49-F238E27FC236}">
                  <a16:creationId xmlns:a16="http://schemas.microsoft.com/office/drawing/2014/main" id="{B90AD195-E622-922A-D6A3-82E13497C0BD}"/>
                </a:ext>
              </a:extLst>
            </p:cNvPr>
            <p:cNvSpPr/>
            <p:nvPr/>
          </p:nvSpPr>
          <p:spPr>
            <a:xfrm>
              <a:off x="1488646" y="5081283"/>
              <a:ext cx="30480" cy="50543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1_26">
              <a:extLst>
                <a:ext uri="{FF2B5EF4-FFF2-40B4-BE49-F238E27FC236}">
                  <a16:creationId xmlns:a16="http://schemas.microsoft.com/office/drawing/2014/main" id="{0D7EC6A0-8C71-5D4D-EA80-8184598BB71B}"/>
                </a:ext>
              </a:extLst>
            </p:cNvPr>
            <p:cNvSpPr/>
            <p:nvPr/>
          </p:nvSpPr>
          <p:spPr>
            <a:xfrm>
              <a:off x="1543314" y="5056937"/>
              <a:ext cx="30480" cy="55412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1_27">
              <a:extLst>
                <a:ext uri="{FF2B5EF4-FFF2-40B4-BE49-F238E27FC236}">
                  <a16:creationId xmlns:a16="http://schemas.microsoft.com/office/drawing/2014/main" id="{C03D9835-11E4-C29A-416D-CBE7F0E97C26}"/>
                </a:ext>
              </a:extLst>
            </p:cNvPr>
            <p:cNvSpPr/>
            <p:nvPr/>
          </p:nvSpPr>
          <p:spPr>
            <a:xfrm>
              <a:off x="1597982" y="5089512"/>
              <a:ext cx="30480" cy="48897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s1_28">
              <a:extLst>
                <a:ext uri="{FF2B5EF4-FFF2-40B4-BE49-F238E27FC236}">
                  <a16:creationId xmlns:a16="http://schemas.microsoft.com/office/drawing/2014/main" id="{3322EC8E-03AE-23F3-6712-439131D1AEE1}"/>
                </a:ext>
              </a:extLst>
            </p:cNvPr>
            <p:cNvSpPr/>
            <p:nvPr/>
          </p:nvSpPr>
          <p:spPr>
            <a:xfrm>
              <a:off x="1652650" y="5062080"/>
              <a:ext cx="30480" cy="54383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s1_29">
              <a:extLst>
                <a:ext uri="{FF2B5EF4-FFF2-40B4-BE49-F238E27FC236}">
                  <a16:creationId xmlns:a16="http://schemas.microsoft.com/office/drawing/2014/main" id="{765DF82D-219D-273E-03EE-713B1DDED464}"/>
                </a:ext>
              </a:extLst>
            </p:cNvPr>
            <p:cNvSpPr/>
            <p:nvPr/>
          </p:nvSpPr>
          <p:spPr>
            <a:xfrm>
              <a:off x="1707318" y="5034991"/>
              <a:ext cx="30480" cy="59801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s1_30">
              <a:extLst>
                <a:ext uri="{FF2B5EF4-FFF2-40B4-BE49-F238E27FC236}">
                  <a16:creationId xmlns:a16="http://schemas.microsoft.com/office/drawing/2014/main" id="{500AF485-B042-6161-65BE-8A76AF468140}"/>
                </a:ext>
              </a:extLst>
            </p:cNvPr>
            <p:cNvSpPr/>
            <p:nvPr/>
          </p:nvSpPr>
          <p:spPr>
            <a:xfrm>
              <a:off x="1761986" y="5180381"/>
              <a:ext cx="30480" cy="30723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s1_31">
              <a:extLst>
                <a:ext uri="{FF2B5EF4-FFF2-40B4-BE49-F238E27FC236}">
                  <a16:creationId xmlns:a16="http://schemas.microsoft.com/office/drawing/2014/main" id="{ACDD9000-9441-015B-01CD-809CA1ED76F0}"/>
                </a:ext>
              </a:extLst>
            </p:cNvPr>
            <p:cNvSpPr/>
            <p:nvPr/>
          </p:nvSpPr>
          <p:spPr>
            <a:xfrm>
              <a:off x="1816654" y="5084026"/>
              <a:ext cx="30480" cy="4999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1_32">
              <a:extLst>
                <a:ext uri="{FF2B5EF4-FFF2-40B4-BE49-F238E27FC236}">
                  <a16:creationId xmlns:a16="http://schemas.microsoft.com/office/drawing/2014/main" id="{73D20691-BD55-15DE-967A-037D42B34B72}"/>
                </a:ext>
              </a:extLst>
            </p:cNvPr>
            <p:cNvSpPr/>
            <p:nvPr/>
          </p:nvSpPr>
          <p:spPr>
            <a:xfrm>
              <a:off x="1871322" y="5116259"/>
              <a:ext cx="30480" cy="43548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s1_33">
              <a:extLst>
                <a:ext uri="{FF2B5EF4-FFF2-40B4-BE49-F238E27FC236}">
                  <a16:creationId xmlns:a16="http://schemas.microsoft.com/office/drawing/2014/main" id="{A44F355D-5291-541B-766D-CC7BF4A8DB38}"/>
                </a:ext>
              </a:extLst>
            </p:cNvPr>
            <p:cNvSpPr/>
            <p:nvPr/>
          </p:nvSpPr>
          <p:spPr>
            <a:xfrm>
              <a:off x="1925990" y="5064480"/>
              <a:ext cx="30480" cy="53903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1_34">
              <a:extLst>
                <a:ext uri="{FF2B5EF4-FFF2-40B4-BE49-F238E27FC236}">
                  <a16:creationId xmlns:a16="http://schemas.microsoft.com/office/drawing/2014/main" id="{5E4A38D0-5F09-21E3-65BF-0147CA05EA1C}"/>
                </a:ext>
              </a:extLst>
            </p:cNvPr>
            <p:cNvSpPr/>
            <p:nvPr/>
          </p:nvSpPr>
          <p:spPr>
            <a:xfrm>
              <a:off x="1980659" y="5112144"/>
              <a:ext cx="30479" cy="44371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s1_35">
              <a:extLst>
                <a:ext uri="{FF2B5EF4-FFF2-40B4-BE49-F238E27FC236}">
                  <a16:creationId xmlns:a16="http://schemas.microsoft.com/office/drawing/2014/main" id="{5841EDE8-D4F3-1592-0F43-6F3E6289CC24}"/>
                </a:ext>
              </a:extLst>
            </p:cNvPr>
            <p:cNvSpPr/>
            <p:nvPr/>
          </p:nvSpPr>
          <p:spPr>
            <a:xfrm>
              <a:off x="2035327" y="5074082"/>
              <a:ext cx="30479" cy="51983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s1_36">
              <a:extLst>
                <a:ext uri="{FF2B5EF4-FFF2-40B4-BE49-F238E27FC236}">
                  <a16:creationId xmlns:a16="http://schemas.microsoft.com/office/drawing/2014/main" id="{2586C64C-2787-1FEA-44D4-657792F1A4CC}"/>
                </a:ext>
              </a:extLst>
            </p:cNvPr>
            <p:cNvSpPr/>
            <p:nvPr/>
          </p:nvSpPr>
          <p:spPr>
            <a:xfrm>
              <a:off x="2089995" y="5076139"/>
              <a:ext cx="30479" cy="51572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s1_37">
              <a:extLst>
                <a:ext uri="{FF2B5EF4-FFF2-40B4-BE49-F238E27FC236}">
                  <a16:creationId xmlns:a16="http://schemas.microsoft.com/office/drawing/2014/main" id="{19F5D09B-DE39-A49B-C66E-74FAAD1D2E87}"/>
                </a:ext>
              </a:extLst>
            </p:cNvPr>
            <p:cNvSpPr/>
            <p:nvPr/>
          </p:nvSpPr>
          <p:spPr>
            <a:xfrm>
              <a:off x="2144663" y="5136833"/>
              <a:ext cx="30479" cy="3943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1_38">
              <a:extLst>
                <a:ext uri="{FF2B5EF4-FFF2-40B4-BE49-F238E27FC236}">
                  <a16:creationId xmlns:a16="http://schemas.microsoft.com/office/drawing/2014/main" id="{CEF8891F-1D0F-A0E3-5771-6E72B61FCAF5}"/>
                </a:ext>
              </a:extLst>
            </p:cNvPr>
            <p:cNvSpPr/>
            <p:nvPr/>
          </p:nvSpPr>
          <p:spPr>
            <a:xfrm>
              <a:off x="2199330" y="5295938"/>
              <a:ext cx="30480" cy="7612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s1_39">
              <a:extLst>
                <a:ext uri="{FF2B5EF4-FFF2-40B4-BE49-F238E27FC236}">
                  <a16:creationId xmlns:a16="http://schemas.microsoft.com/office/drawing/2014/main" id="{E98111D3-3FEC-85E6-802A-42644797C480}"/>
                </a:ext>
              </a:extLst>
            </p:cNvPr>
            <p:cNvSpPr/>
            <p:nvPr/>
          </p:nvSpPr>
          <p:spPr>
            <a:xfrm>
              <a:off x="2253999" y="5310340"/>
              <a:ext cx="30480" cy="4732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s1_40">
              <a:extLst>
                <a:ext uri="{FF2B5EF4-FFF2-40B4-BE49-F238E27FC236}">
                  <a16:creationId xmlns:a16="http://schemas.microsoft.com/office/drawing/2014/main" id="{6E35418A-D09C-6226-8D82-D5168792275F}"/>
                </a:ext>
              </a:extLst>
            </p:cNvPr>
            <p:cNvSpPr/>
            <p:nvPr/>
          </p:nvSpPr>
          <p:spPr>
            <a:xfrm>
              <a:off x="2308667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s1_41">
              <a:extLst>
                <a:ext uri="{FF2B5EF4-FFF2-40B4-BE49-F238E27FC236}">
                  <a16:creationId xmlns:a16="http://schemas.microsoft.com/office/drawing/2014/main" id="{4751C8FA-71DF-C291-5CE8-6EBEA13132B9}"/>
                </a:ext>
              </a:extLst>
            </p:cNvPr>
            <p:cNvSpPr/>
            <p:nvPr/>
          </p:nvSpPr>
          <p:spPr>
            <a:xfrm>
              <a:off x="2363335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s1_42">
              <a:extLst>
                <a:ext uri="{FF2B5EF4-FFF2-40B4-BE49-F238E27FC236}">
                  <a16:creationId xmlns:a16="http://schemas.microsoft.com/office/drawing/2014/main" id="{CBA4372C-9A0C-BCED-88D3-37DA4476438E}"/>
                </a:ext>
              </a:extLst>
            </p:cNvPr>
            <p:cNvSpPr/>
            <p:nvPr/>
          </p:nvSpPr>
          <p:spPr>
            <a:xfrm>
              <a:off x="2418003" y="5100828"/>
              <a:ext cx="30480" cy="46634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s1_43">
              <a:extLst>
                <a:ext uri="{FF2B5EF4-FFF2-40B4-BE49-F238E27FC236}">
                  <a16:creationId xmlns:a16="http://schemas.microsoft.com/office/drawing/2014/main" id="{3184B9CE-FD4F-80D1-9C57-8CF6DAA54CC6}"/>
                </a:ext>
              </a:extLst>
            </p:cNvPr>
            <p:cNvSpPr/>
            <p:nvPr/>
          </p:nvSpPr>
          <p:spPr>
            <a:xfrm>
              <a:off x="2472671" y="5070653"/>
              <a:ext cx="30480" cy="52669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s1_44">
              <a:extLst>
                <a:ext uri="{FF2B5EF4-FFF2-40B4-BE49-F238E27FC236}">
                  <a16:creationId xmlns:a16="http://schemas.microsoft.com/office/drawing/2014/main" id="{3D362E81-0A52-1DEB-1A91-C74579B57FF7}"/>
                </a:ext>
              </a:extLst>
            </p:cNvPr>
            <p:cNvSpPr/>
            <p:nvPr/>
          </p:nvSpPr>
          <p:spPr>
            <a:xfrm>
              <a:off x="2527339" y="5072710"/>
              <a:ext cx="30480" cy="5225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s1_45">
              <a:extLst>
                <a:ext uri="{FF2B5EF4-FFF2-40B4-BE49-F238E27FC236}">
                  <a16:creationId xmlns:a16="http://schemas.microsoft.com/office/drawing/2014/main" id="{252B46F3-AEFC-C420-9A10-54755101A407}"/>
                </a:ext>
              </a:extLst>
            </p:cNvPr>
            <p:cNvSpPr/>
            <p:nvPr/>
          </p:nvSpPr>
          <p:spPr>
            <a:xfrm>
              <a:off x="2582007" y="5078882"/>
              <a:ext cx="30480" cy="510235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s1_46">
              <a:extLst>
                <a:ext uri="{FF2B5EF4-FFF2-40B4-BE49-F238E27FC236}">
                  <a16:creationId xmlns:a16="http://schemas.microsoft.com/office/drawing/2014/main" id="{E941D7B8-342C-4A39-7277-145EF8BF879D}"/>
                </a:ext>
              </a:extLst>
            </p:cNvPr>
            <p:cNvSpPr/>
            <p:nvPr/>
          </p:nvSpPr>
          <p:spPr>
            <a:xfrm>
              <a:off x="2636675" y="5116259"/>
              <a:ext cx="30480" cy="435483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s1_47">
              <a:extLst>
                <a:ext uri="{FF2B5EF4-FFF2-40B4-BE49-F238E27FC236}">
                  <a16:creationId xmlns:a16="http://schemas.microsoft.com/office/drawing/2014/main" id="{C0D76785-4CD5-6E31-DEF3-03202B0C5ABD}"/>
                </a:ext>
              </a:extLst>
            </p:cNvPr>
            <p:cNvSpPr/>
            <p:nvPr/>
          </p:nvSpPr>
          <p:spPr>
            <a:xfrm>
              <a:off x="2691343" y="5297653"/>
              <a:ext cx="30480" cy="7269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s1_48">
              <a:extLst>
                <a:ext uri="{FF2B5EF4-FFF2-40B4-BE49-F238E27FC236}">
                  <a16:creationId xmlns:a16="http://schemas.microsoft.com/office/drawing/2014/main" id="{5A375F96-0741-E131-4C0D-8199B55B39CF}"/>
                </a:ext>
              </a:extLst>
            </p:cNvPr>
            <p:cNvSpPr/>
            <p:nvPr/>
          </p:nvSpPr>
          <p:spPr>
            <a:xfrm>
              <a:off x="2746011" y="5073053"/>
              <a:ext cx="30480" cy="52189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s1_49">
              <a:extLst>
                <a:ext uri="{FF2B5EF4-FFF2-40B4-BE49-F238E27FC236}">
                  <a16:creationId xmlns:a16="http://schemas.microsoft.com/office/drawing/2014/main" id="{4345DCC2-05E2-DA5C-3439-AF2D169F2F9B}"/>
                </a:ext>
              </a:extLst>
            </p:cNvPr>
            <p:cNvSpPr/>
            <p:nvPr/>
          </p:nvSpPr>
          <p:spPr>
            <a:xfrm>
              <a:off x="2800679" y="5033963"/>
              <a:ext cx="30480" cy="60007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s1_50">
              <a:extLst>
                <a:ext uri="{FF2B5EF4-FFF2-40B4-BE49-F238E27FC236}">
                  <a16:creationId xmlns:a16="http://schemas.microsoft.com/office/drawing/2014/main" id="{418AC1C0-2A33-1A2D-9F88-988F7221E7DA}"/>
                </a:ext>
              </a:extLst>
            </p:cNvPr>
            <p:cNvSpPr/>
            <p:nvPr/>
          </p:nvSpPr>
          <p:spPr>
            <a:xfrm>
              <a:off x="2855347" y="5032591"/>
              <a:ext cx="30480" cy="60281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s1_51">
              <a:extLst>
                <a:ext uri="{FF2B5EF4-FFF2-40B4-BE49-F238E27FC236}">
                  <a16:creationId xmlns:a16="http://schemas.microsoft.com/office/drawing/2014/main" id="{B91EE435-7954-F4E8-D4D5-087F8E50851C}"/>
                </a:ext>
              </a:extLst>
            </p:cNvPr>
            <p:cNvSpPr/>
            <p:nvPr/>
          </p:nvSpPr>
          <p:spPr>
            <a:xfrm>
              <a:off x="2910015" y="5025390"/>
              <a:ext cx="30480" cy="61722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s1_52">
              <a:extLst>
                <a:ext uri="{FF2B5EF4-FFF2-40B4-BE49-F238E27FC236}">
                  <a16:creationId xmlns:a16="http://schemas.microsoft.com/office/drawing/2014/main" id="{EE9A3F8C-9695-C6B3-BBE6-86E01DD4C340}"/>
                </a:ext>
              </a:extLst>
            </p:cNvPr>
            <p:cNvSpPr/>
            <p:nvPr/>
          </p:nvSpPr>
          <p:spPr>
            <a:xfrm>
              <a:off x="2964683" y="5135118"/>
              <a:ext cx="30480" cy="39776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s1_53">
              <a:extLst>
                <a:ext uri="{FF2B5EF4-FFF2-40B4-BE49-F238E27FC236}">
                  <a16:creationId xmlns:a16="http://schemas.microsoft.com/office/drawing/2014/main" id="{7CE54D64-EAE7-9648-5DE8-5185D5F3F403}"/>
                </a:ext>
              </a:extLst>
            </p:cNvPr>
            <p:cNvSpPr/>
            <p:nvPr/>
          </p:nvSpPr>
          <p:spPr>
            <a:xfrm>
              <a:off x="3019351" y="5051451"/>
              <a:ext cx="30480" cy="56509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s1_54">
              <a:extLst>
                <a:ext uri="{FF2B5EF4-FFF2-40B4-BE49-F238E27FC236}">
                  <a16:creationId xmlns:a16="http://schemas.microsoft.com/office/drawing/2014/main" id="{2A471627-DC6B-9876-E28E-F71703B931DF}"/>
                </a:ext>
              </a:extLst>
            </p:cNvPr>
            <p:cNvSpPr/>
            <p:nvPr/>
          </p:nvSpPr>
          <p:spPr>
            <a:xfrm>
              <a:off x="3074019" y="5040135"/>
              <a:ext cx="30480" cy="58773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s1_55">
              <a:extLst>
                <a:ext uri="{FF2B5EF4-FFF2-40B4-BE49-F238E27FC236}">
                  <a16:creationId xmlns:a16="http://schemas.microsoft.com/office/drawing/2014/main" id="{5BC7ADFB-0756-7E81-1B18-EEB89C2D732B}"/>
                </a:ext>
              </a:extLst>
            </p:cNvPr>
            <p:cNvSpPr/>
            <p:nvPr/>
          </p:nvSpPr>
          <p:spPr>
            <a:xfrm>
              <a:off x="3128687" y="5047678"/>
              <a:ext cx="30480" cy="57264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s1_56">
              <a:extLst>
                <a:ext uri="{FF2B5EF4-FFF2-40B4-BE49-F238E27FC236}">
                  <a16:creationId xmlns:a16="http://schemas.microsoft.com/office/drawing/2014/main" id="{3A74D129-A92B-114C-2847-5DB5A48D49DC}"/>
                </a:ext>
              </a:extLst>
            </p:cNvPr>
            <p:cNvSpPr/>
            <p:nvPr/>
          </p:nvSpPr>
          <p:spPr>
            <a:xfrm>
              <a:off x="3183355" y="5060709"/>
              <a:ext cx="30480" cy="54658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s1_57">
              <a:extLst>
                <a:ext uri="{FF2B5EF4-FFF2-40B4-BE49-F238E27FC236}">
                  <a16:creationId xmlns:a16="http://schemas.microsoft.com/office/drawing/2014/main" id="{BF67D7C9-131F-0C50-5AAC-7701AC7D7FDE}"/>
                </a:ext>
              </a:extLst>
            </p:cNvPr>
            <p:cNvSpPr/>
            <p:nvPr/>
          </p:nvSpPr>
          <p:spPr>
            <a:xfrm>
              <a:off x="3238023" y="5026419"/>
              <a:ext cx="30480" cy="61516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s1_58">
              <a:extLst>
                <a:ext uri="{FF2B5EF4-FFF2-40B4-BE49-F238E27FC236}">
                  <a16:creationId xmlns:a16="http://schemas.microsoft.com/office/drawing/2014/main" id="{C4F1B1FC-E549-86F7-A9ED-E80CA86A4AFD}"/>
                </a:ext>
              </a:extLst>
            </p:cNvPr>
            <p:cNvSpPr/>
            <p:nvPr/>
          </p:nvSpPr>
          <p:spPr>
            <a:xfrm>
              <a:off x="3292691" y="5027790"/>
              <a:ext cx="30480" cy="61242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s1_59">
              <a:extLst>
                <a:ext uri="{FF2B5EF4-FFF2-40B4-BE49-F238E27FC236}">
                  <a16:creationId xmlns:a16="http://schemas.microsoft.com/office/drawing/2014/main" id="{711D1574-FE8D-30ED-7180-6DB1A039E371}"/>
                </a:ext>
              </a:extLst>
            </p:cNvPr>
            <p:cNvSpPr/>
            <p:nvPr/>
          </p:nvSpPr>
          <p:spPr>
            <a:xfrm>
              <a:off x="3347359" y="5040135"/>
              <a:ext cx="30480" cy="58773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s1_60">
              <a:extLst>
                <a:ext uri="{FF2B5EF4-FFF2-40B4-BE49-F238E27FC236}">
                  <a16:creationId xmlns:a16="http://schemas.microsoft.com/office/drawing/2014/main" id="{847AAA1B-6D9F-E9C4-07D5-8B77D45BC254}"/>
                </a:ext>
              </a:extLst>
            </p:cNvPr>
            <p:cNvSpPr/>
            <p:nvPr/>
          </p:nvSpPr>
          <p:spPr>
            <a:xfrm>
              <a:off x="3402027" y="5030876"/>
              <a:ext cx="30480" cy="606247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s1_61">
              <a:extLst>
                <a:ext uri="{FF2B5EF4-FFF2-40B4-BE49-F238E27FC236}">
                  <a16:creationId xmlns:a16="http://schemas.microsoft.com/office/drawing/2014/main" id="{B96E4E98-46EF-CB38-5A12-2DE14B11A434}"/>
                </a:ext>
              </a:extLst>
            </p:cNvPr>
            <p:cNvSpPr/>
            <p:nvPr/>
          </p:nvSpPr>
          <p:spPr>
            <a:xfrm>
              <a:off x="3456695" y="5068253"/>
              <a:ext cx="30480" cy="531495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s1_62">
              <a:extLst>
                <a:ext uri="{FF2B5EF4-FFF2-40B4-BE49-F238E27FC236}">
                  <a16:creationId xmlns:a16="http://schemas.microsoft.com/office/drawing/2014/main" id="{496AB810-BA91-CBD8-11A6-EE2F053E3F65}"/>
                </a:ext>
              </a:extLst>
            </p:cNvPr>
            <p:cNvSpPr/>
            <p:nvPr/>
          </p:nvSpPr>
          <p:spPr>
            <a:xfrm>
              <a:off x="3511363" y="5069281"/>
              <a:ext cx="30480" cy="52943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s1_63">
              <a:extLst>
                <a:ext uri="{FF2B5EF4-FFF2-40B4-BE49-F238E27FC236}">
                  <a16:creationId xmlns:a16="http://schemas.microsoft.com/office/drawing/2014/main" id="{91D6456B-8F6A-FED5-42CB-D6A224F49FBF}"/>
                </a:ext>
              </a:extLst>
            </p:cNvPr>
            <p:cNvSpPr/>
            <p:nvPr/>
          </p:nvSpPr>
          <p:spPr>
            <a:xfrm>
              <a:off x="3566031" y="5035334"/>
              <a:ext cx="30480" cy="59733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s1_64">
              <a:extLst>
                <a:ext uri="{FF2B5EF4-FFF2-40B4-BE49-F238E27FC236}">
                  <a16:creationId xmlns:a16="http://schemas.microsoft.com/office/drawing/2014/main" id="{1E97D85D-973D-3ECA-3C3E-E8BE8B033163}"/>
                </a:ext>
              </a:extLst>
            </p:cNvPr>
            <p:cNvSpPr/>
            <p:nvPr/>
          </p:nvSpPr>
          <p:spPr>
            <a:xfrm>
              <a:off x="3620699" y="5051108"/>
              <a:ext cx="30480" cy="56578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s1_65">
              <a:extLst>
                <a:ext uri="{FF2B5EF4-FFF2-40B4-BE49-F238E27FC236}">
                  <a16:creationId xmlns:a16="http://schemas.microsoft.com/office/drawing/2014/main" id="{87BA8314-D038-6915-CD9B-1DAB93492829}"/>
                </a:ext>
              </a:extLst>
            </p:cNvPr>
            <p:cNvSpPr/>
            <p:nvPr/>
          </p:nvSpPr>
          <p:spPr>
            <a:xfrm>
              <a:off x="3675367" y="5027104"/>
              <a:ext cx="30480" cy="613791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s1_66">
              <a:extLst>
                <a:ext uri="{FF2B5EF4-FFF2-40B4-BE49-F238E27FC236}">
                  <a16:creationId xmlns:a16="http://schemas.microsoft.com/office/drawing/2014/main" id="{92DFE9FD-DF81-68C5-BE48-B0C5449DDB84}"/>
                </a:ext>
              </a:extLst>
            </p:cNvPr>
            <p:cNvSpPr/>
            <p:nvPr/>
          </p:nvSpPr>
          <p:spPr>
            <a:xfrm>
              <a:off x="3730035" y="5081625"/>
              <a:ext cx="30480" cy="504749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s1_67">
              <a:extLst>
                <a:ext uri="{FF2B5EF4-FFF2-40B4-BE49-F238E27FC236}">
                  <a16:creationId xmlns:a16="http://schemas.microsoft.com/office/drawing/2014/main" id="{A4733B58-4361-48D6-7F6F-773C9CF16D21}"/>
                </a:ext>
              </a:extLst>
            </p:cNvPr>
            <p:cNvSpPr/>
            <p:nvPr/>
          </p:nvSpPr>
          <p:spPr>
            <a:xfrm>
              <a:off x="3784703" y="5103914"/>
              <a:ext cx="30480" cy="46017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s1_68">
              <a:extLst>
                <a:ext uri="{FF2B5EF4-FFF2-40B4-BE49-F238E27FC236}">
                  <a16:creationId xmlns:a16="http://schemas.microsoft.com/office/drawing/2014/main" id="{275169F7-44C2-279B-2151-5CC867786016}"/>
                </a:ext>
              </a:extLst>
            </p:cNvPr>
            <p:cNvSpPr/>
            <p:nvPr/>
          </p:nvSpPr>
          <p:spPr>
            <a:xfrm>
              <a:off x="3839371" y="5044249"/>
              <a:ext cx="30480" cy="57950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s1_69">
              <a:extLst>
                <a:ext uri="{FF2B5EF4-FFF2-40B4-BE49-F238E27FC236}">
                  <a16:creationId xmlns:a16="http://schemas.microsoft.com/office/drawing/2014/main" id="{F64F8A5A-3C36-9FA2-E489-AB61328A94C1}"/>
                </a:ext>
              </a:extLst>
            </p:cNvPr>
            <p:cNvSpPr/>
            <p:nvPr/>
          </p:nvSpPr>
          <p:spPr>
            <a:xfrm>
              <a:off x="3894039" y="5059680"/>
              <a:ext cx="30480" cy="54864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s1_70">
              <a:extLst>
                <a:ext uri="{FF2B5EF4-FFF2-40B4-BE49-F238E27FC236}">
                  <a16:creationId xmlns:a16="http://schemas.microsoft.com/office/drawing/2014/main" id="{5D2E0F91-DF22-0918-F8BF-38864D9C7699}"/>
                </a:ext>
              </a:extLst>
            </p:cNvPr>
            <p:cNvSpPr/>
            <p:nvPr/>
          </p:nvSpPr>
          <p:spPr>
            <a:xfrm>
              <a:off x="3948707" y="5090541"/>
              <a:ext cx="30480" cy="48691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s1_71">
              <a:extLst>
                <a:ext uri="{FF2B5EF4-FFF2-40B4-BE49-F238E27FC236}">
                  <a16:creationId xmlns:a16="http://schemas.microsoft.com/office/drawing/2014/main" id="{B0339B66-6982-2DC2-AA28-EFCDD2EBE6C8}"/>
                </a:ext>
              </a:extLst>
            </p:cNvPr>
            <p:cNvSpPr/>
            <p:nvPr/>
          </p:nvSpPr>
          <p:spPr>
            <a:xfrm>
              <a:off x="4003375" y="5044935"/>
              <a:ext cx="30480" cy="57813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s1_72">
              <a:extLst>
                <a:ext uri="{FF2B5EF4-FFF2-40B4-BE49-F238E27FC236}">
                  <a16:creationId xmlns:a16="http://schemas.microsoft.com/office/drawing/2014/main" id="{8AE1A562-5F84-E6E0-F451-2C1CBE31C04B}"/>
                </a:ext>
              </a:extLst>
            </p:cNvPr>
            <p:cNvSpPr/>
            <p:nvPr/>
          </p:nvSpPr>
          <p:spPr>
            <a:xfrm>
              <a:off x="4058043" y="5103914"/>
              <a:ext cx="30480" cy="46017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s1_73">
              <a:extLst>
                <a:ext uri="{FF2B5EF4-FFF2-40B4-BE49-F238E27FC236}">
                  <a16:creationId xmlns:a16="http://schemas.microsoft.com/office/drawing/2014/main" id="{7E29FD3D-3AE2-E46E-D70E-BE57C07537D9}"/>
                </a:ext>
              </a:extLst>
            </p:cNvPr>
            <p:cNvSpPr/>
            <p:nvPr/>
          </p:nvSpPr>
          <p:spPr>
            <a:xfrm>
              <a:off x="4112711" y="5210213"/>
              <a:ext cx="30480" cy="24757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s1_74">
              <a:extLst>
                <a:ext uri="{FF2B5EF4-FFF2-40B4-BE49-F238E27FC236}">
                  <a16:creationId xmlns:a16="http://schemas.microsoft.com/office/drawing/2014/main" id="{D1686CA7-516F-B257-670C-6FB5AB03CE8F}"/>
                </a:ext>
              </a:extLst>
            </p:cNvPr>
            <p:cNvSpPr/>
            <p:nvPr/>
          </p:nvSpPr>
          <p:spPr>
            <a:xfrm>
              <a:off x="4167379" y="5053165"/>
              <a:ext cx="30480" cy="56167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s1_75">
              <a:extLst>
                <a:ext uri="{FF2B5EF4-FFF2-40B4-BE49-F238E27FC236}">
                  <a16:creationId xmlns:a16="http://schemas.microsoft.com/office/drawing/2014/main" id="{75480A20-310A-95B4-C8CB-5547B1BD8487}"/>
                </a:ext>
              </a:extLst>
            </p:cNvPr>
            <p:cNvSpPr/>
            <p:nvPr/>
          </p:nvSpPr>
          <p:spPr>
            <a:xfrm>
              <a:off x="4222047" y="5029505"/>
              <a:ext cx="30480" cy="60899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s1_76">
              <a:extLst>
                <a:ext uri="{FF2B5EF4-FFF2-40B4-BE49-F238E27FC236}">
                  <a16:creationId xmlns:a16="http://schemas.microsoft.com/office/drawing/2014/main" id="{04FF73FF-5392-A176-9DB2-E23B0F67D890}"/>
                </a:ext>
              </a:extLst>
            </p:cNvPr>
            <p:cNvSpPr/>
            <p:nvPr/>
          </p:nvSpPr>
          <p:spPr>
            <a:xfrm>
              <a:off x="4276715" y="5028133"/>
              <a:ext cx="30480" cy="6117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s1_77">
              <a:extLst>
                <a:ext uri="{FF2B5EF4-FFF2-40B4-BE49-F238E27FC236}">
                  <a16:creationId xmlns:a16="http://schemas.microsoft.com/office/drawing/2014/main" id="{D21E5913-F4C2-3705-9A28-01E10FBF6E27}"/>
                </a:ext>
              </a:extLst>
            </p:cNvPr>
            <p:cNvSpPr/>
            <p:nvPr/>
          </p:nvSpPr>
          <p:spPr>
            <a:xfrm>
              <a:off x="4331383" y="5048364"/>
              <a:ext cx="30480" cy="57127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s1_78">
              <a:extLst>
                <a:ext uri="{FF2B5EF4-FFF2-40B4-BE49-F238E27FC236}">
                  <a16:creationId xmlns:a16="http://schemas.microsoft.com/office/drawing/2014/main" id="{CA975B74-16E8-059A-601C-398C45DB9CBE}"/>
                </a:ext>
              </a:extLst>
            </p:cNvPr>
            <p:cNvSpPr/>
            <p:nvPr/>
          </p:nvSpPr>
          <p:spPr>
            <a:xfrm>
              <a:off x="4386051" y="5115916"/>
              <a:ext cx="30480" cy="43616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s1_79">
              <a:extLst>
                <a:ext uri="{FF2B5EF4-FFF2-40B4-BE49-F238E27FC236}">
                  <a16:creationId xmlns:a16="http://schemas.microsoft.com/office/drawing/2014/main" id="{AE23894A-3F25-75CB-0000-33404436E229}"/>
                </a:ext>
              </a:extLst>
            </p:cNvPr>
            <p:cNvSpPr/>
            <p:nvPr/>
          </p:nvSpPr>
          <p:spPr>
            <a:xfrm>
              <a:off x="4440719" y="5215699"/>
              <a:ext cx="30480" cy="23660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s1_80">
              <a:extLst>
                <a:ext uri="{FF2B5EF4-FFF2-40B4-BE49-F238E27FC236}">
                  <a16:creationId xmlns:a16="http://schemas.microsoft.com/office/drawing/2014/main" id="{8C710AF9-F189-8664-4EA8-6E5C16F192F9}"/>
                </a:ext>
              </a:extLst>
            </p:cNvPr>
            <p:cNvSpPr/>
            <p:nvPr/>
          </p:nvSpPr>
          <p:spPr>
            <a:xfrm>
              <a:off x="4495387" y="5135118"/>
              <a:ext cx="30480" cy="39776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s1_81">
              <a:extLst>
                <a:ext uri="{FF2B5EF4-FFF2-40B4-BE49-F238E27FC236}">
                  <a16:creationId xmlns:a16="http://schemas.microsoft.com/office/drawing/2014/main" id="{A68E0680-446E-825B-99F1-11A5479005E7}"/>
                </a:ext>
              </a:extLst>
            </p:cNvPr>
            <p:cNvSpPr/>
            <p:nvPr/>
          </p:nvSpPr>
          <p:spPr>
            <a:xfrm>
              <a:off x="4550056" y="5131689"/>
              <a:ext cx="30480" cy="40462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s1_82">
              <a:extLst>
                <a:ext uri="{FF2B5EF4-FFF2-40B4-BE49-F238E27FC236}">
                  <a16:creationId xmlns:a16="http://schemas.microsoft.com/office/drawing/2014/main" id="{6573DA45-8E9E-B0C1-C013-A844BC836F2E}"/>
                </a:ext>
              </a:extLst>
            </p:cNvPr>
            <p:cNvSpPr/>
            <p:nvPr/>
          </p:nvSpPr>
          <p:spPr>
            <a:xfrm>
              <a:off x="4604724" y="5170780"/>
              <a:ext cx="30480" cy="326441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s1_83">
              <a:extLst>
                <a:ext uri="{FF2B5EF4-FFF2-40B4-BE49-F238E27FC236}">
                  <a16:creationId xmlns:a16="http://schemas.microsoft.com/office/drawing/2014/main" id="{CFCB59C2-2B25-38D5-17E2-E795B40EB652}"/>
                </a:ext>
              </a:extLst>
            </p:cNvPr>
            <p:cNvSpPr/>
            <p:nvPr/>
          </p:nvSpPr>
          <p:spPr>
            <a:xfrm>
              <a:off x="4659392" y="5072710"/>
              <a:ext cx="30479" cy="5225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s1_84">
              <a:extLst>
                <a:ext uri="{FF2B5EF4-FFF2-40B4-BE49-F238E27FC236}">
                  <a16:creationId xmlns:a16="http://schemas.microsoft.com/office/drawing/2014/main" id="{85D2A1BD-B2E4-709A-5154-6946FA0FB081}"/>
                </a:ext>
              </a:extLst>
            </p:cNvPr>
            <p:cNvSpPr/>
            <p:nvPr/>
          </p:nvSpPr>
          <p:spPr>
            <a:xfrm>
              <a:off x="4714060" y="5053165"/>
              <a:ext cx="30479" cy="56167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s1_85">
              <a:extLst>
                <a:ext uri="{FF2B5EF4-FFF2-40B4-BE49-F238E27FC236}">
                  <a16:creationId xmlns:a16="http://schemas.microsoft.com/office/drawing/2014/main" id="{D6566AD1-913E-2B3E-C3A1-59579553EB28}"/>
                </a:ext>
              </a:extLst>
            </p:cNvPr>
            <p:cNvSpPr/>
            <p:nvPr/>
          </p:nvSpPr>
          <p:spPr>
            <a:xfrm>
              <a:off x="4768728" y="5204727"/>
              <a:ext cx="30479" cy="258547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s1_86">
              <a:extLst>
                <a:ext uri="{FF2B5EF4-FFF2-40B4-BE49-F238E27FC236}">
                  <a16:creationId xmlns:a16="http://schemas.microsoft.com/office/drawing/2014/main" id="{3C7D5EEE-F1F1-361E-AAD1-4A9DB73E91C3}"/>
                </a:ext>
              </a:extLst>
            </p:cNvPr>
            <p:cNvSpPr/>
            <p:nvPr/>
          </p:nvSpPr>
          <p:spPr>
            <a:xfrm>
              <a:off x="4823396" y="5090884"/>
              <a:ext cx="30479" cy="48623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s1_87">
              <a:extLst>
                <a:ext uri="{FF2B5EF4-FFF2-40B4-BE49-F238E27FC236}">
                  <a16:creationId xmlns:a16="http://schemas.microsoft.com/office/drawing/2014/main" id="{91022AA3-8184-CFDA-2DDA-5F891543653F}"/>
                </a:ext>
              </a:extLst>
            </p:cNvPr>
            <p:cNvSpPr/>
            <p:nvPr/>
          </p:nvSpPr>
          <p:spPr>
            <a:xfrm>
              <a:off x="4878063" y="5121059"/>
              <a:ext cx="30480" cy="42588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s1_88">
              <a:extLst>
                <a:ext uri="{FF2B5EF4-FFF2-40B4-BE49-F238E27FC236}">
                  <a16:creationId xmlns:a16="http://schemas.microsoft.com/office/drawing/2014/main" id="{7F7726D3-695F-5C7C-2EE6-9CF91F2ADC6B}"/>
                </a:ext>
              </a:extLst>
            </p:cNvPr>
            <p:cNvSpPr/>
            <p:nvPr/>
          </p:nvSpPr>
          <p:spPr>
            <a:xfrm>
              <a:off x="4932731" y="5222558"/>
              <a:ext cx="30480" cy="22288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s1_89">
              <a:extLst>
                <a:ext uri="{FF2B5EF4-FFF2-40B4-BE49-F238E27FC236}">
                  <a16:creationId xmlns:a16="http://schemas.microsoft.com/office/drawing/2014/main" id="{32311E6D-26D7-F5C3-45CC-41047D4DA687}"/>
                </a:ext>
              </a:extLst>
            </p:cNvPr>
            <p:cNvSpPr/>
            <p:nvPr/>
          </p:nvSpPr>
          <p:spPr>
            <a:xfrm>
              <a:off x="4987399" y="5299710"/>
              <a:ext cx="30480" cy="685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s1_90">
              <a:extLst>
                <a:ext uri="{FF2B5EF4-FFF2-40B4-BE49-F238E27FC236}">
                  <a16:creationId xmlns:a16="http://schemas.microsoft.com/office/drawing/2014/main" id="{8767D71C-1E36-7E57-765E-B479193D417B}"/>
                </a:ext>
              </a:extLst>
            </p:cNvPr>
            <p:cNvSpPr/>
            <p:nvPr/>
          </p:nvSpPr>
          <p:spPr>
            <a:xfrm>
              <a:off x="5042067" y="5293538"/>
              <a:ext cx="30480" cy="8092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s1_91">
              <a:extLst>
                <a:ext uri="{FF2B5EF4-FFF2-40B4-BE49-F238E27FC236}">
                  <a16:creationId xmlns:a16="http://schemas.microsoft.com/office/drawing/2014/main" id="{B3E3AE26-846F-FF95-0598-B3E5D94DC377}"/>
                </a:ext>
              </a:extLst>
            </p:cNvPr>
            <p:cNvSpPr/>
            <p:nvPr/>
          </p:nvSpPr>
          <p:spPr>
            <a:xfrm>
              <a:off x="5096736" y="5296281"/>
              <a:ext cx="30480" cy="7543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s1_92">
              <a:extLst>
                <a:ext uri="{FF2B5EF4-FFF2-40B4-BE49-F238E27FC236}">
                  <a16:creationId xmlns:a16="http://schemas.microsoft.com/office/drawing/2014/main" id="{0D1774DE-540A-0A51-EF90-16B506B56C47}"/>
                </a:ext>
              </a:extLst>
            </p:cNvPr>
            <p:cNvSpPr/>
            <p:nvPr/>
          </p:nvSpPr>
          <p:spPr>
            <a:xfrm>
              <a:off x="5151404" y="5304511"/>
              <a:ext cx="30480" cy="5897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s1_93">
              <a:extLst>
                <a:ext uri="{FF2B5EF4-FFF2-40B4-BE49-F238E27FC236}">
                  <a16:creationId xmlns:a16="http://schemas.microsoft.com/office/drawing/2014/main" id="{A2820699-0A96-66D9-C003-F990E50B1781}"/>
                </a:ext>
              </a:extLst>
            </p:cNvPr>
            <p:cNvSpPr/>
            <p:nvPr/>
          </p:nvSpPr>
          <p:spPr>
            <a:xfrm>
              <a:off x="5206072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s1_94">
              <a:extLst>
                <a:ext uri="{FF2B5EF4-FFF2-40B4-BE49-F238E27FC236}">
                  <a16:creationId xmlns:a16="http://schemas.microsoft.com/office/drawing/2014/main" id="{D47C1E94-2802-FC51-A71E-F8BFF5C726F8}"/>
                </a:ext>
              </a:extLst>
            </p:cNvPr>
            <p:cNvSpPr/>
            <p:nvPr/>
          </p:nvSpPr>
          <p:spPr>
            <a:xfrm>
              <a:off x="5260740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s1_95">
              <a:extLst>
                <a:ext uri="{FF2B5EF4-FFF2-40B4-BE49-F238E27FC236}">
                  <a16:creationId xmlns:a16="http://schemas.microsoft.com/office/drawing/2014/main" id="{158A7C6E-FAB0-32A4-4EEA-3E6489C555B5}"/>
                </a:ext>
              </a:extLst>
            </p:cNvPr>
            <p:cNvSpPr/>
            <p:nvPr/>
          </p:nvSpPr>
          <p:spPr>
            <a:xfrm>
              <a:off x="5315408" y="5087798"/>
              <a:ext cx="30480" cy="49240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s1_96">
              <a:extLst>
                <a:ext uri="{FF2B5EF4-FFF2-40B4-BE49-F238E27FC236}">
                  <a16:creationId xmlns:a16="http://schemas.microsoft.com/office/drawing/2014/main" id="{79D13837-D0CC-662C-08E3-01E0B08A78FE}"/>
                </a:ext>
              </a:extLst>
            </p:cNvPr>
            <p:cNvSpPr/>
            <p:nvPr/>
          </p:nvSpPr>
          <p:spPr>
            <a:xfrm>
              <a:off x="5370076" y="5167693"/>
              <a:ext cx="30480" cy="33261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s1_97">
              <a:extLst>
                <a:ext uri="{FF2B5EF4-FFF2-40B4-BE49-F238E27FC236}">
                  <a16:creationId xmlns:a16="http://schemas.microsoft.com/office/drawing/2014/main" id="{DEE8B3A6-758A-8DE1-880D-8FE8C6F411E3}"/>
                </a:ext>
              </a:extLst>
            </p:cNvPr>
            <p:cNvSpPr/>
            <p:nvPr/>
          </p:nvSpPr>
          <p:spPr>
            <a:xfrm>
              <a:off x="5424744" y="5058994"/>
              <a:ext cx="30480" cy="55001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s1_98">
              <a:extLst>
                <a:ext uri="{FF2B5EF4-FFF2-40B4-BE49-F238E27FC236}">
                  <a16:creationId xmlns:a16="http://schemas.microsoft.com/office/drawing/2014/main" id="{FDECEBBE-F40A-4F81-B241-15FE6EA23203}"/>
                </a:ext>
              </a:extLst>
            </p:cNvPr>
            <p:cNvSpPr/>
            <p:nvPr/>
          </p:nvSpPr>
          <p:spPr>
            <a:xfrm>
              <a:off x="5479412" y="5066195"/>
              <a:ext cx="30480" cy="53561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s1_99">
              <a:extLst>
                <a:ext uri="{FF2B5EF4-FFF2-40B4-BE49-F238E27FC236}">
                  <a16:creationId xmlns:a16="http://schemas.microsoft.com/office/drawing/2014/main" id="{51E2517F-FED5-760D-ECB2-721A0431D86A}"/>
                </a:ext>
              </a:extLst>
            </p:cNvPr>
            <p:cNvSpPr/>
            <p:nvPr/>
          </p:nvSpPr>
          <p:spPr>
            <a:xfrm>
              <a:off x="5534080" y="5084026"/>
              <a:ext cx="30480" cy="4999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s1_100">
              <a:extLst>
                <a:ext uri="{FF2B5EF4-FFF2-40B4-BE49-F238E27FC236}">
                  <a16:creationId xmlns:a16="http://schemas.microsoft.com/office/drawing/2014/main" id="{2AF6560F-DE3A-F45C-BA93-5DE115636383}"/>
                </a:ext>
              </a:extLst>
            </p:cNvPr>
            <p:cNvSpPr/>
            <p:nvPr/>
          </p:nvSpPr>
          <p:spPr>
            <a:xfrm>
              <a:off x="5588748" y="5047678"/>
              <a:ext cx="30480" cy="57264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s1_101">
              <a:extLst>
                <a:ext uri="{FF2B5EF4-FFF2-40B4-BE49-F238E27FC236}">
                  <a16:creationId xmlns:a16="http://schemas.microsoft.com/office/drawing/2014/main" id="{06C869C8-BE0C-E2D9-A368-80D282771270}"/>
                </a:ext>
              </a:extLst>
            </p:cNvPr>
            <p:cNvSpPr/>
            <p:nvPr/>
          </p:nvSpPr>
          <p:spPr>
            <a:xfrm>
              <a:off x="5643416" y="5052136"/>
              <a:ext cx="30480" cy="56372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s1_102">
              <a:extLst>
                <a:ext uri="{FF2B5EF4-FFF2-40B4-BE49-F238E27FC236}">
                  <a16:creationId xmlns:a16="http://schemas.microsoft.com/office/drawing/2014/main" id="{207BAA61-59BC-8E50-96E9-EF2487AB447F}"/>
                </a:ext>
              </a:extLst>
            </p:cNvPr>
            <p:cNvSpPr/>
            <p:nvPr/>
          </p:nvSpPr>
          <p:spPr>
            <a:xfrm>
              <a:off x="5698084" y="5066538"/>
              <a:ext cx="30480" cy="53492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s1_103">
              <a:extLst>
                <a:ext uri="{FF2B5EF4-FFF2-40B4-BE49-F238E27FC236}">
                  <a16:creationId xmlns:a16="http://schemas.microsoft.com/office/drawing/2014/main" id="{39AFDB34-EAF6-A59B-30F8-1E1B20A943AF}"/>
                </a:ext>
              </a:extLst>
            </p:cNvPr>
            <p:cNvSpPr/>
            <p:nvPr/>
          </p:nvSpPr>
          <p:spPr>
            <a:xfrm>
              <a:off x="5752752" y="5065509"/>
              <a:ext cx="30480" cy="53698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s1_104">
              <a:extLst>
                <a:ext uri="{FF2B5EF4-FFF2-40B4-BE49-F238E27FC236}">
                  <a16:creationId xmlns:a16="http://schemas.microsoft.com/office/drawing/2014/main" id="{4CD64C9F-C959-1A31-0D31-63B86013E7FB}"/>
                </a:ext>
              </a:extLst>
            </p:cNvPr>
            <p:cNvSpPr/>
            <p:nvPr/>
          </p:nvSpPr>
          <p:spPr>
            <a:xfrm>
              <a:off x="5807420" y="5065852"/>
              <a:ext cx="30480" cy="53629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s1_105">
              <a:extLst>
                <a:ext uri="{FF2B5EF4-FFF2-40B4-BE49-F238E27FC236}">
                  <a16:creationId xmlns:a16="http://schemas.microsoft.com/office/drawing/2014/main" id="{62C21595-EC30-0B9C-A17E-377CADB3538F}"/>
                </a:ext>
              </a:extLst>
            </p:cNvPr>
            <p:cNvSpPr/>
            <p:nvPr/>
          </p:nvSpPr>
          <p:spPr>
            <a:xfrm>
              <a:off x="5862088" y="5062423"/>
              <a:ext cx="30480" cy="54315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s1_106">
              <a:extLst>
                <a:ext uri="{FF2B5EF4-FFF2-40B4-BE49-F238E27FC236}">
                  <a16:creationId xmlns:a16="http://schemas.microsoft.com/office/drawing/2014/main" id="{8C2888F6-E57A-BA98-B805-B13D863A3D2D}"/>
                </a:ext>
              </a:extLst>
            </p:cNvPr>
            <p:cNvSpPr/>
            <p:nvPr/>
          </p:nvSpPr>
          <p:spPr>
            <a:xfrm>
              <a:off x="5916756" y="5070653"/>
              <a:ext cx="30480" cy="52669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s1_107">
              <a:extLst>
                <a:ext uri="{FF2B5EF4-FFF2-40B4-BE49-F238E27FC236}">
                  <a16:creationId xmlns:a16="http://schemas.microsoft.com/office/drawing/2014/main" id="{075260C6-F262-A7ED-7DA0-BAF1F8ECEEF3}"/>
                </a:ext>
              </a:extLst>
            </p:cNvPr>
            <p:cNvSpPr/>
            <p:nvPr/>
          </p:nvSpPr>
          <p:spPr>
            <a:xfrm>
              <a:off x="5971424" y="5121402"/>
              <a:ext cx="30480" cy="42519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s1_108">
              <a:extLst>
                <a:ext uri="{FF2B5EF4-FFF2-40B4-BE49-F238E27FC236}">
                  <a16:creationId xmlns:a16="http://schemas.microsoft.com/office/drawing/2014/main" id="{E2EB1360-D828-C5A7-AA81-0347CA484453}"/>
                </a:ext>
              </a:extLst>
            </p:cNvPr>
            <p:cNvSpPr/>
            <p:nvPr/>
          </p:nvSpPr>
          <p:spPr>
            <a:xfrm>
              <a:off x="6026092" y="5189639"/>
              <a:ext cx="30480" cy="28872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s1_109">
              <a:extLst>
                <a:ext uri="{FF2B5EF4-FFF2-40B4-BE49-F238E27FC236}">
                  <a16:creationId xmlns:a16="http://schemas.microsoft.com/office/drawing/2014/main" id="{574927A8-03E1-0CE2-BBD2-60D8161DBE7D}"/>
                </a:ext>
              </a:extLst>
            </p:cNvPr>
            <p:cNvSpPr/>
            <p:nvPr/>
          </p:nvSpPr>
          <p:spPr>
            <a:xfrm>
              <a:off x="6080760" y="5285994"/>
              <a:ext cx="30480" cy="9601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s1_110">
              <a:extLst>
                <a:ext uri="{FF2B5EF4-FFF2-40B4-BE49-F238E27FC236}">
                  <a16:creationId xmlns:a16="http://schemas.microsoft.com/office/drawing/2014/main" id="{08188F87-1919-B493-4AB8-7EAAE6040BCC}"/>
                </a:ext>
              </a:extLst>
            </p:cNvPr>
            <p:cNvSpPr/>
            <p:nvPr/>
          </p:nvSpPr>
          <p:spPr>
            <a:xfrm>
              <a:off x="6135428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s1_111">
              <a:extLst>
                <a:ext uri="{FF2B5EF4-FFF2-40B4-BE49-F238E27FC236}">
                  <a16:creationId xmlns:a16="http://schemas.microsoft.com/office/drawing/2014/main" id="{9D8E811A-F3DE-A3AE-F877-666E8317FE37}"/>
                </a:ext>
              </a:extLst>
            </p:cNvPr>
            <p:cNvSpPr/>
            <p:nvPr/>
          </p:nvSpPr>
          <p:spPr>
            <a:xfrm>
              <a:off x="6190096" y="5173180"/>
              <a:ext cx="30480" cy="32164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s1_112">
              <a:extLst>
                <a:ext uri="{FF2B5EF4-FFF2-40B4-BE49-F238E27FC236}">
                  <a16:creationId xmlns:a16="http://schemas.microsoft.com/office/drawing/2014/main" id="{5D8B0A0B-FC26-605B-79BA-C9376CF68245}"/>
                </a:ext>
              </a:extLst>
            </p:cNvPr>
            <p:cNvSpPr/>
            <p:nvPr/>
          </p:nvSpPr>
          <p:spPr>
            <a:xfrm>
              <a:off x="6244764" y="5097742"/>
              <a:ext cx="30480" cy="47251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s1_113">
              <a:extLst>
                <a:ext uri="{FF2B5EF4-FFF2-40B4-BE49-F238E27FC236}">
                  <a16:creationId xmlns:a16="http://schemas.microsoft.com/office/drawing/2014/main" id="{866BF8FF-7FB7-F46A-1B41-8BDE9182B430}"/>
                </a:ext>
              </a:extLst>
            </p:cNvPr>
            <p:cNvSpPr/>
            <p:nvPr/>
          </p:nvSpPr>
          <p:spPr>
            <a:xfrm>
              <a:off x="6299432" y="5115230"/>
              <a:ext cx="30480" cy="43754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s1_114">
              <a:extLst>
                <a:ext uri="{FF2B5EF4-FFF2-40B4-BE49-F238E27FC236}">
                  <a16:creationId xmlns:a16="http://schemas.microsoft.com/office/drawing/2014/main" id="{9ADD9502-89FB-8106-830A-D120363482E0}"/>
                </a:ext>
              </a:extLst>
            </p:cNvPr>
            <p:cNvSpPr/>
            <p:nvPr/>
          </p:nvSpPr>
          <p:spPr>
            <a:xfrm>
              <a:off x="6354100" y="5101171"/>
              <a:ext cx="30480" cy="46565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s1_115">
              <a:extLst>
                <a:ext uri="{FF2B5EF4-FFF2-40B4-BE49-F238E27FC236}">
                  <a16:creationId xmlns:a16="http://schemas.microsoft.com/office/drawing/2014/main" id="{7ED6AA1A-04C1-A482-616C-FC5D4A379241}"/>
                </a:ext>
              </a:extLst>
            </p:cNvPr>
            <p:cNvSpPr/>
            <p:nvPr/>
          </p:nvSpPr>
          <p:spPr>
            <a:xfrm>
              <a:off x="6408768" y="5141976"/>
              <a:ext cx="30480" cy="3840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s1_116">
              <a:extLst>
                <a:ext uri="{FF2B5EF4-FFF2-40B4-BE49-F238E27FC236}">
                  <a16:creationId xmlns:a16="http://schemas.microsoft.com/office/drawing/2014/main" id="{28B06D8C-F9D2-3BD7-EB45-046CF43469F8}"/>
                </a:ext>
              </a:extLst>
            </p:cNvPr>
            <p:cNvSpPr/>
            <p:nvPr/>
          </p:nvSpPr>
          <p:spPr>
            <a:xfrm>
              <a:off x="6463436" y="5062423"/>
              <a:ext cx="30480" cy="54315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s1_117">
              <a:extLst>
                <a:ext uri="{FF2B5EF4-FFF2-40B4-BE49-F238E27FC236}">
                  <a16:creationId xmlns:a16="http://schemas.microsoft.com/office/drawing/2014/main" id="{3E3CFDE3-ACCF-501C-2F59-6BA1204B5E0F}"/>
                </a:ext>
              </a:extLst>
            </p:cNvPr>
            <p:cNvSpPr/>
            <p:nvPr/>
          </p:nvSpPr>
          <p:spPr>
            <a:xfrm>
              <a:off x="6518104" y="5040135"/>
              <a:ext cx="30481" cy="58773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s1_118">
              <a:extLst>
                <a:ext uri="{FF2B5EF4-FFF2-40B4-BE49-F238E27FC236}">
                  <a16:creationId xmlns:a16="http://schemas.microsoft.com/office/drawing/2014/main" id="{A5C7856D-F38F-E95A-CFC4-E651F6D96988}"/>
                </a:ext>
              </a:extLst>
            </p:cNvPr>
            <p:cNvSpPr/>
            <p:nvPr/>
          </p:nvSpPr>
          <p:spPr>
            <a:xfrm>
              <a:off x="6572772" y="5093970"/>
              <a:ext cx="30481" cy="48006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s1_119">
              <a:extLst>
                <a:ext uri="{FF2B5EF4-FFF2-40B4-BE49-F238E27FC236}">
                  <a16:creationId xmlns:a16="http://schemas.microsoft.com/office/drawing/2014/main" id="{BD3ECB66-5F64-E5D0-FECB-163A8E2CC1C8}"/>
                </a:ext>
              </a:extLst>
            </p:cNvPr>
            <p:cNvSpPr/>
            <p:nvPr/>
          </p:nvSpPr>
          <p:spPr>
            <a:xfrm>
              <a:off x="6627440" y="5073739"/>
              <a:ext cx="30481" cy="52052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s1_120">
              <a:extLst>
                <a:ext uri="{FF2B5EF4-FFF2-40B4-BE49-F238E27FC236}">
                  <a16:creationId xmlns:a16="http://schemas.microsoft.com/office/drawing/2014/main" id="{A3D4CAEF-B48D-FB9C-474C-E2B3FAAC93EC}"/>
                </a:ext>
              </a:extLst>
            </p:cNvPr>
            <p:cNvSpPr/>
            <p:nvPr/>
          </p:nvSpPr>
          <p:spPr>
            <a:xfrm>
              <a:off x="6682108" y="5051108"/>
              <a:ext cx="30481" cy="56578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s1_121">
              <a:extLst>
                <a:ext uri="{FF2B5EF4-FFF2-40B4-BE49-F238E27FC236}">
                  <a16:creationId xmlns:a16="http://schemas.microsoft.com/office/drawing/2014/main" id="{6AE684E6-3F25-7162-1F75-8512993836C9}"/>
                </a:ext>
              </a:extLst>
            </p:cNvPr>
            <p:cNvSpPr/>
            <p:nvPr/>
          </p:nvSpPr>
          <p:spPr>
            <a:xfrm>
              <a:off x="6736776" y="5066538"/>
              <a:ext cx="30481" cy="53492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s1_122">
              <a:extLst>
                <a:ext uri="{FF2B5EF4-FFF2-40B4-BE49-F238E27FC236}">
                  <a16:creationId xmlns:a16="http://schemas.microsoft.com/office/drawing/2014/main" id="{BE5844A6-5DBD-A381-2C25-D0CAEE634557}"/>
                </a:ext>
              </a:extLst>
            </p:cNvPr>
            <p:cNvSpPr/>
            <p:nvPr/>
          </p:nvSpPr>
          <p:spPr>
            <a:xfrm>
              <a:off x="6791444" y="5090541"/>
              <a:ext cx="30481" cy="48691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s1_123">
              <a:extLst>
                <a:ext uri="{FF2B5EF4-FFF2-40B4-BE49-F238E27FC236}">
                  <a16:creationId xmlns:a16="http://schemas.microsoft.com/office/drawing/2014/main" id="{F37FE591-7424-B9AB-E8C3-A6E7631D9D6C}"/>
                </a:ext>
              </a:extLst>
            </p:cNvPr>
            <p:cNvSpPr/>
            <p:nvPr/>
          </p:nvSpPr>
          <p:spPr>
            <a:xfrm>
              <a:off x="6846112" y="5222901"/>
              <a:ext cx="30481" cy="22219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s1_124">
              <a:extLst>
                <a:ext uri="{FF2B5EF4-FFF2-40B4-BE49-F238E27FC236}">
                  <a16:creationId xmlns:a16="http://schemas.microsoft.com/office/drawing/2014/main" id="{020536AE-315F-B9B1-5144-163ACD7C5B49}"/>
                </a:ext>
              </a:extLst>
            </p:cNvPr>
            <p:cNvSpPr/>
            <p:nvPr/>
          </p:nvSpPr>
          <p:spPr>
            <a:xfrm>
              <a:off x="6900780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s1_125">
              <a:extLst>
                <a:ext uri="{FF2B5EF4-FFF2-40B4-BE49-F238E27FC236}">
                  <a16:creationId xmlns:a16="http://schemas.microsoft.com/office/drawing/2014/main" id="{B31E21DB-7464-CEF7-49E6-5EF2E02F146B}"/>
                </a:ext>
              </a:extLst>
            </p:cNvPr>
            <p:cNvSpPr/>
            <p:nvPr/>
          </p:nvSpPr>
          <p:spPr>
            <a:xfrm>
              <a:off x="6955448" y="5297310"/>
              <a:ext cx="30481" cy="733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s1_126">
              <a:extLst>
                <a:ext uri="{FF2B5EF4-FFF2-40B4-BE49-F238E27FC236}">
                  <a16:creationId xmlns:a16="http://schemas.microsoft.com/office/drawing/2014/main" id="{D1D88DA6-0279-9273-B9C8-3A68D4FCE0E9}"/>
                </a:ext>
              </a:extLst>
            </p:cNvPr>
            <p:cNvSpPr/>
            <p:nvPr/>
          </p:nvSpPr>
          <p:spPr>
            <a:xfrm>
              <a:off x="7010116" y="5281194"/>
              <a:ext cx="30481" cy="10561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s1_127">
              <a:extLst>
                <a:ext uri="{FF2B5EF4-FFF2-40B4-BE49-F238E27FC236}">
                  <a16:creationId xmlns:a16="http://schemas.microsoft.com/office/drawing/2014/main" id="{40401A7F-565C-DD61-CDA2-F1998A510791}"/>
                </a:ext>
              </a:extLst>
            </p:cNvPr>
            <p:cNvSpPr/>
            <p:nvPr/>
          </p:nvSpPr>
          <p:spPr>
            <a:xfrm>
              <a:off x="7064784" y="5274678"/>
              <a:ext cx="30481" cy="11864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s1_128">
              <a:extLst>
                <a:ext uri="{FF2B5EF4-FFF2-40B4-BE49-F238E27FC236}">
                  <a16:creationId xmlns:a16="http://schemas.microsoft.com/office/drawing/2014/main" id="{F72778C7-1BF3-ECD0-C786-174B83840646}"/>
                </a:ext>
              </a:extLst>
            </p:cNvPr>
            <p:cNvSpPr/>
            <p:nvPr/>
          </p:nvSpPr>
          <p:spPr>
            <a:xfrm>
              <a:off x="7119452" y="5269192"/>
              <a:ext cx="30481" cy="12961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s1_129">
              <a:extLst>
                <a:ext uri="{FF2B5EF4-FFF2-40B4-BE49-F238E27FC236}">
                  <a16:creationId xmlns:a16="http://schemas.microsoft.com/office/drawing/2014/main" id="{A12D408C-27BC-6947-F9A5-AC77F3C6B54A}"/>
                </a:ext>
              </a:extLst>
            </p:cNvPr>
            <p:cNvSpPr/>
            <p:nvPr/>
          </p:nvSpPr>
          <p:spPr>
            <a:xfrm>
              <a:off x="7174120" y="5280851"/>
              <a:ext cx="30481" cy="10629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s1_130">
              <a:extLst>
                <a:ext uri="{FF2B5EF4-FFF2-40B4-BE49-F238E27FC236}">
                  <a16:creationId xmlns:a16="http://schemas.microsoft.com/office/drawing/2014/main" id="{11ED0504-BB7D-41C7-1113-10BC428C45BC}"/>
                </a:ext>
              </a:extLst>
            </p:cNvPr>
            <p:cNvSpPr/>
            <p:nvPr/>
          </p:nvSpPr>
          <p:spPr>
            <a:xfrm>
              <a:off x="7228788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s1_131">
              <a:extLst>
                <a:ext uri="{FF2B5EF4-FFF2-40B4-BE49-F238E27FC236}">
                  <a16:creationId xmlns:a16="http://schemas.microsoft.com/office/drawing/2014/main" id="{CEA842FA-B2A2-3C23-AA0C-B5FCECCE01A1}"/>
                </a:ext>
              </a:extLst>
            </p:cNvPr>
            <p:cNvSpPr/>
            <p:nvPr/>
          </p:nvSpPr>
          <p:spPr>
            <a:xfrm>
              <a:off x="7283456" y="5056937"/>
              <a:ext cx="30481" cy="55412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s1_132">
              <a:extLst>
                <a:ext uri="{FF2B5EF4-FFF2-40B4-BE49-F238E27FC236}">
                  <a16:creationId xmlns:a16="http://schemas.microsoft.com/office/drawing/2014/main" id="{819B139C-6EC7-E491-1B3A-39AFFE91E608}"/>
                </a:ext>
              </a:extLst>
            </p:cNvPr>
            <p:cNvSpPr/>
            <p:nvPr/>
          </p:nvSpPr>
          <p:spPr>
            <a:xfrm>
              <a:off x="7338124" y="5035677"/>
              <a:ext cx="30480" cy="59664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s1_133">
              <a:extLst>
                <a:ext uri="{FF2B5EF4-FFF2-40B4-BE49-F238E27FC236}">
                  <a16:creationId xmlns:a16="http://schemas.microsoft.com/office/drawing/2014/main" id="{8E70B4BA-2AFB-DBB2-081F-69E5EA7A4323}"/>
                </a:ext>
              </a:extLst>
            </p:cNvPr>
            <p:cNvSpPr/>
            <p:nvPr/>
          </p:nvSpPr>
          <p:spPr>
            <a:xfrm>
              <a:off x="7392792" y="5064823"/>
              <a:ext cx="30480" cy="53835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s1_134">
              <a:extLst>
                <a:ext uri="{FF2B5EF4-FFF2-40B4-BE49-F238E27FC236}">
                  <a16:creationId xmlns:a16="http://schemas.microsoft.com/office/drawing/2014/main" id="{74340E51-13E4-4D54-4A10-D8F674784226}"/>
                </a:ext>
              </a:extLst>
            </p:cNvPr>
            <p:cNvSpPr/>
            <p:nvPr/>
          </p:nvSpPr>
          <p:spPr>
            <a:xfrm>
              <a:off x="7447460" y="5057966"/>
              <a:ext cx="30480" cy="552069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s1_135">
              <a:extLst>
                <a:ext uri="{FF2B5EF4-FFF2-40B4-BE49-F238E27FC236}">
                  <a16:creationId xmlns:a16="http://schemas.microsoft.com/office/drawing/2014/main" id="{C08D3DC3-8B6D-4BCC-6E35-A14E5A2AAA9B}"/>
                </a:ext>
              </a:extLst>
            </p:cNvPr>
            <p:cNvSpPr/>
            <p:nvPr/>
          </p:nvSpPr>
          <p:spPr>
            <a:xfrm>
              <a:off x="7502129" y="5092941"/>
              <a:ext cx="30480" cy="48211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s1_136">
              <a:extLst>
                <a:ext uri="{FF2B5EF4-FFF2-40B4-BE49-F238E27FC236}">
                  <a16:creationId xmlns:a16="http://schemas.microsoft.com/office/drawing/2014/main" id="{F88A876A-5C7B-F415-5864-6E8D3CB41AC9}"/>
                </a:ext>
              </a:extLst>
            </p:cNvPr>
            <p:cNvSpPr/>
            <p:nvPr/>
          </p:nvSpPr>
          <p:spPr>
            <a:xfrm>
              <a:off x="7556797" y="5067224"/>
              <a:ext cx="30480" cy="53355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s1_137">
              <a:extLst>
                <a:ext uri="{FF2B5EF4-FFF2-40B4-BE49-F238E27FC236}">
                  <a16:creationId xmlns:a16="http://schemas.microsoft.com/office/drawing/2014/main" id="{266D6568-E748-B24F-F8B6-549AC68D0D01}"/>
                </a:ext>
              </a:extLst>
            </p:cNvPr>
            <p:cNvSpPr/>
            <p:nvPr/>
          </p:nvSpPr>
          <p:spPr>
            <a:xfrm>
              <a:off x="7611465" y="5150891"/>
              <a:ext cx="30480" cy="36621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s1_138">
              <a:extLst>
                <a:ext uri="{FF2B5EF4-FFF2-40B4-BE49-F238E27FC236}">
                  <a16:creationId xmlns:a16="http://schemas.microsoft.com/office/drawing/2014/main" id="{6179CF6F-8EF1-709B-91EC-96C4417F58F1}"/>
                </a:ext>
              </a:extLst>
            </p:cNvPr>
            <p:cNvSpPr/>
            <p:nvPr/>
          </p:nvSpPr>
          <p:spPr>
            <a:xfrm>
              <a:off x="7666133" y="5066195"/>
              <a:ext cx="30480" cy="53561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s1_139">
              <a:extLst>
                <a:ext uri="{FF2B5EF4-FFF2-40B4-BE49-F238E27FC236}">
                  <a16:creationId xmlns:a16="http://schemas.microsoft.com/office/drawing/2014/main" id="{F6224897-232C-F82D-7409-3CBDFDF9CAE7}"/>
                </a:ext>
              </a:extLst>
            </p:cNvPr>
            <p:cNvSpPr/>
            <p:nvPr/>
          </p:nvSpPr>
          <p:spPr>
            <a:xfrm>
              <a:off x="7720801" y="5114201"/>
              <a:ext cx="30480" cy="43959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s1_140">
              <a:extLst>
                <a:ext uri="{FF2B5EF4-FFF2-40B4-BE49-F238E27FC236}">
                  <a16:creationId xmlns:a16="http://schemas.microsoft.com/office/drawing/2014/main" id="{CF17132A-808E-B31F-A07C-DECD21D482F4}"/>
                </a:ext>
              </a:extLst>
            </p:cNvPr>
            <p:cNvSpPr/>
            <p:nvPr/>
          </p:nvSpPr>
          <p:spPr>
            <a:xfrm>
              <a:off x="7775469" y="5104943"/>
              <a:ext cx="30480" cy="45811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s1_141">
              <a:extLst>
                <a:ext uri="{FF2B5EF4-FFF2-40B4-BE49-F238E27FC236}">
                  <a16:creationId xmlns:a16="http://schemas.microsoft.com/office/drawing/2014/main" id="{41EEF448-AA42-B3AD-9579-82E55A8904D7}"/>
                </a:ext>
              </a:extLst>
            </p:cNvPr>
            <p:cNvSpPr/>
            <p:nvPr/>
          </p:nvSpPr>
          <p:spPr>
            <a:xfrm>
              <a:off x="7830137" y="5107000"/>
              <a:ext cx="30480" cy="45400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s1_142">
              <a:extLst>
                <a:ext uri="{FF2B5EF4-FFF2-40B4-BE49-F238E27FC236}">
                  <a16:creationId xmlns:a16="http://schemas.microsoft.com/office/drawing/2014/main" id="{960BAAE8-3D3C-0F77-B484-66C252D8B072}"/>
                </a:ext>
              </a:extLst>
            </p:cNvPr>
            <p:cNvSpPr/>
            <p:nvPr/>
          </p:nvSpPr>
          <p:spPr>
            <a:xfrm>
              <a:off x="7884805" y="5078540"/>
              <a:ext cx="30480" cy="510921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s1_143">
              <a:extLst>
                <a:ext uri="{FF2B5EF4-FFF2-40B4-BE49-F238E27FC236}">
                  <a16:creationId xmlns:a16="http://schemas.microsoft.com/office/drawing/2014/main" id="{2CD32A1B-92A0-99D0-56E5-2FFC47FBA427}"/>
                </a:ext>
              </a:extLst>
            </p:cNvPr>
            <p:cNvSpPr/>
            <p:nvPr/>
          </p:nvSpPr>
          <p:spPr>
            <a:xfrm>
              <a:off x="7939473" y="5047678"/>
              <a:ext cx="30480" cy="572643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s1_144">
              <a:extLst>
                <a:ext uri="{FF2B5EF4-FFF2-40B4-BE49-F238E27FC236}">
                  <a16:creationId xmlns:a16="http://schemas.microsoft.com/office/drawing/2014/main" id="{46DC72A5-0FDD-647F-7C65-B4D9716A1129}"/>
                </a:ext>
              </a:extLst>
            </p:cNvPr>
            <p:cNvSpPr/>
            <p:nvPr/>
          </p:nvSpPr>
          <p:spPr>
            <a:xfrm>
              <a:off x="7994141" y="5104257"/>
              <a:ext cx="30480" cy="45948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s1_145">
              <a:extLst>
                <a:ext uri="{FF2B5EF4-FFF2-40B4-BE49-F238E27FC236}">
                  <a16:creationId xmlns:a16="http://schemas.microsoft.com/office/drawing/2014/main" id="{BA7232B8-7BF6-D17C-26A9-7833C1F89435}"/>
                </a:ext>
              </a:extLst>
            </p:cNvPr>
            <p:cNvSpPr/>
            <p:nvPr/>
          </p:nvSpPr>
          <p:spPr>
            <a:xfrm>
              <a:off x="8048809" y="5076482"/>
              <a:ext cx="30480" cy="51503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s1_146">
              <a:extLst>
                <a:ext uri="{FF2B5EF4-FFF2-40B4-BE49-F238E27FC236}">
                  <a16:creationId xmlns:a16="http://schemas.microsoft.com/office/drawing/2014/main" id="{4D8EAEC9-15C3-E5D3-A0BD-2819C73F778C}"/>
                </a:ext>
              </a:extLst>
            </p:cNvPr>
            <p:cNvSpPr/>
            <p:nvPr/>
          </p:nvSpPr>
          <p:spPr>
            <a:xfrm>
              <a:off x="8103477" y="5126888"/>
              <a:ext cx="30480" cy="414223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s1_147">
              <a:extLst>
                <a:ext uri="{FF2B5EF4-FFF2-40B4-BE49-F238E27FC236}">
                  <a16:creationId xmlns:a16="http://schemas.microsoft.com/office/drawing/2014/main" id="{F59024B9-3010-173A-3205-92C00D5D8F4F}"/>
                </a:ext>
              </a:extLst>
            </p:cNvPr>
            <p:cNvSpPr/>
            <p:nvPr/>
          </p:nvSpPr>
          <p:spPr>
            <a:xfrm>
              <a:off x="8158145" y="5072367"/>
              <a:ext cx="30480" cy="523265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s1_148">
              <a:extLst>
                <a:ext uri="{FF2B5EF4-FFF2-40B4-BE49-F238E27FC236}">
                  <a16:creationId xmlns:a16="http://schemas.microsoft.com/office/drawing/2014/main" id="{469593C2-EC09-A4A5-C97E-735ACF34FFB9}"/>
                </a:ext>
              </a:extLst>
            </p:cNvPr>
            <p:cNvSpPr/>
            <p:nvPr/>
          </p:nvSpPr>
          <p:spPr>
            <a:xfrm>
              <a:off x="8212813" y="5058308"/>
              <a:ext cx="30480" cy="55138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s1_149">
              <a:extLst>
                <a:ext uri="{FF2B5EF4-FFF2-40B4-BE49-F238E27FC236}">
                  <a16:creationId xmlns:a16="http://schemas.microsoft.com/office/drawing/2014/main" id="{70302561-CBA6-D2F9-4D97-2F0706D4A020}"/>
                </a:ext>
              </a:extLst>
            </p:cNvPr>
            <p:cNvSpPr/>
            <p:nvPr/>
          </p:nvSpPr>
          <p:spPr>
            <a:xfrm>
              <a:off x="8267481" y="5077854"/>
              <a:ext cx="30480" cy="51229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s1_150">
              <a:extLst>
                <a:ext uri="{FF2B5EF4-FFF2-40B4-BE49-F238E27FC236}">
                  <a16:creationId xmlns:a16="http://schemas.microsoft.com/office/drawing/2014/main" id="{53294BFC-E199-C676-68F2-32FC349C6125}"/>
                </a:ext>
              </a:extLst>
            </p:cNvPr>
            <p:cNvSpPr/>
            <p:nvPr/>
          </p:nvSpPr>
          <p:spPr>
            <a:xfrm>
              <a:off x="8322149" y="5092598"/>
              <a:ext cx="30480" cy="48280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s1_151">
              <a:extLst>
                <a:ext uri="{FF2B5EF4-FFF2-40B4-BE49-F238E27FC236}">
                  <a16:creationId xmlns:a16="http://schemas.microsoft.com/office/drawing/2014/main" id="{6BB1766D-7A1B-0AEB-70B8-A0CD136E98BC}"/>
                </a:ext>
              </a:extLst>
            </p:cNvPr>
            <p:cNvSpPr/>
            <p:nvPr/>
          </p:nvSpPr>
          <p:spPr>
            <a:xfrm>
              <a:off x="8376817" y="5080940"/>
              <a:ext cx="30480" cy="50612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s1_152">
              <a:extLst>
                <a:ext uri="{FF2B5EF4-FFF2-40B4-BE49-F238E27FC236}">
                  <a16:creationId xmlns:a16="http://schemas.microsoft.com/office/drawing/2014/main" id="{33C0A198-DDE1-0955-D2A8-89B2D56416DC}"/>
                </a:ext>
              </a:extLst>
            </p:cNvPr>
            <p:cNvSpPr/>
            <p:nvPr/>
          </p:nvSpPr>
          <p:spPr>
            <a:xfrm>
              <a:off x="8431485" y="5083683"/>
              <a:ext cx="30480" cy="50063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s1_153">
              <a:extLst>
                <a:ext uri="{FF2B5EF4-FFF2-40B4-BE49-F238E27FC236}">
                  <a16:creationId xmlns:a16="http://schemas.microsoft.com/office/drawing/2014/main" id="{560147B5-4F40-24B3-7036-5689AEF2F1E9}"/>
                </a:ext>
              </a:extLst>
            </p:cNvPr>
            <p:cNvSpPr/>
            <p:nvPr/>
          </p:nvSpPr>
          <p:spPr>
            <a:xfrm>
              <a:off x="8486153" y="5135118"/>
              <a:ext cx="30480" cy="39776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s1_154">
              <a:extLst>
                <a:ext uri="{FF2B5EF4-FFF2-40B4-BE49-F238E27FC236}">
                  <a16:creationId xmlns:a16="http://schemas.microsoft.com/office/drawing/2014/main" id="{970462B0-B96A-4256-7F06-17E8A0871CC6}"/>
                </a:ext>
              </a:extLst>
            </p:cNvPr>
            <p:cNvSpPr/>
            <p:nvPr/>
          </p:nvSpPr>
          <p:spPr>
            <a:xfrm>
              <a:off x="8540821" y="5108715"/>
              <a:ext cx="30480" cy="45057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s1_155">
              <a:extLst>
                <a:ext uri="{FF2B5EF4-FFF2-40B4-BE49-F238E27FC236}">
                  <a16:creationId xmlns:a16="http://schemas.microsoft.com/office/drawing/2014/main" id="{E66224D9-610C-809D-DCD0-17EE20132464}"/>
                </a:ext>
              </a:extLst>
            </p:cNvPr>
            <p:cNvSpPr/>
            <p:nvPr/>
          </p:nvSpPr>
          <p:spPr>
            <a:xfrm>
              <a:off x="8595489" y="5079911"/>
              <a:ext cx="30481" cy="50817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s1_156">
              <a:extLst>
                <a:ext uri="{FF2B5EF4-FFF2-40B4-BE49-F238E27FC236}">
                  <a16:creationId xmlns:a16="http://schemas.microsoft.com/office/drawing/2014/main" id="{058BC4DD-A72C-6634-CF26-EBEA1DF08388}"/>
                </a:ext>
              </a:extLst>
            </p:cNvPr>
            <p:cNvSpPr/>
            <p:nvPr/>
          </p:nvSpPr>
          <p:spPr>
            <a:xfrm>
              <a:off x="8650157" y="5090884"/>
              <a:ext cx="30481" cy="48623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s1_157">
              <a:extLst>
                <a:ext uri="{FF2B5EF4-FFF2-40B4-BE49-F238E27FC236}">
                  <a16:creationId xmlns:a16="http://schemas.microsoft.com/office/drawing/2014/main" id="{AAE9F5C6-588B-8CE3-D99A-6FEC9048B016}"/>
                </a:ext>
              </a:extLst>
            </p:cNvPr>
            <p:cNvSpPr/>
            <p:nvPr/>
          </p:nvSpPr>
          <p:spPr>
            <a:xfrm>
              <a:off x="8704825" y="5170437"/>
              <a:ext cx="30481" cy="32712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s1_158">
              <a:extLst>
                <a:ext uri="{FF2B5EF4-FFF2-40B4-BE49-F238E27FC236}">
                  <a16:creationId xmlns:a16="http://schemas.microsoft.com/office/drawing/2014/main" id="{C7D0E076-90D6-AA64-1F77-7294C2097553}"/>
                </a:ext>
              </a:extLst>
            </p:cNvPr>
            <p:cNvSpPr/>
            <p:nvPr/>
          </p:nvSpPr>
          <p:spPr>
            <a:xfrm>
              <a:off x="8759493" y="5084712"/>
              <a:ext cx="30481" cy="49857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s1_159">
              <a:extLst>
                <a:ext uri="{FF2B5EF4-FFF2-40B4-BE49-F238E27FC236}">
                  <a16:creationId xmlns:a16="http://schemas.microsoft.com/office/drawing/2014/main" id="{4DD41920-2D2C-C00E-5085-26E0B29C9067}"/>
                </a:ext>
              </a:extLst>
            </p:cNvPr>
            <p:cNvSpPr/>
            <p:nvPr/>
          </p:nvSpPr>
          <p:spPr>
            <a:xfrm>
              <a:off x="8814161" y="5092598"/>
              <a:ext cx="30481" cy="48280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s1_160">
              <a:extLst>
                <a:ext uri="{FF2B5EF4-FFF2-40B4-BE49-F238E27FC236}">
                  <a16:creationId xmlns:a16="http://schemas.microsoft.com/office/drawing/2014/main" id="{7F276E7D-1780-6A43-2D60-6A3776D4E3C0}"/>
                </a:ext>
              </a:extLst>
            </p:cNvPr>
            <p:cNvSpPr/>
            <p:nvPr/>
          </p:nvSpPr>
          <p:spPr>
            <a:xfrm>
              <a:off x="8868829" y="5100142"/>
              <a:ext cx="30481" cy="46771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s1_161">
              <a:extLst>
                <a:ext uri="{FF2B5EF4-FFF2-40B4-BE49-F238E27FC236}">
                  <a16:creationId xmlns:a16="http://schemas.microsoft.com/office/drawing/2014/main" id="{F35BD3E6-5B65-09DE-7B04-1C9C43E10B74}"/>
                </a:ext>
              </a:extLst>
            </p:cNvPr>
            <p:cNvSpPr/>
            <p:nvPr/>
          </p:nvSpPr>
          <p:spPr>
            <a:xfrm>
              <a:off x="8923497" y="5079911"/>
              <a:ext cx="30480" cy="50817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s1_162">
              <a:extLst>
                <a:ext uri="{FF2B5EF4-FFF2-40B4-BE49-F238E27FC236}">
                  <a16:creationId xmlns:a16="http://schemas.microsoft.com/office/drawing/2014/main" id="{4630B362-36D3-9273-82BF-23F4610B0110}"/>
                </a:ext>
              </a:extLst>
            </p:cNvPr>
            <p:cNvSpPr/>
            <p:nvPr/>
          </p:nvSpPr>
          <p:spPr>
            <a:xfrm>
              <a:off x="8978165" y="5062080"/>
              <a:ext cx="30480" cy="543839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s1_163">
              <a:extLst>
                <a:ext uri="{FF2B5EF4-FFF2-40B4-BE49-F238E27FC236}">
                  <a16:creationId xmlns:a16="http://schemas.microsoft.com/office/drawing/2014/main" id="{2676F9BB-98BF-6BF2-C036-8C01C7C09728}"/>
                </a:ext>
              </a:extLst>
            </p:cNvPr>
            <p:cNvSpPr/>
            <p:nvPr/>
          </p:nvSpPr>
          <p:spPr>
            <a:xfrm>
              <a:off x="9032833" y="5054193"/>
              <a:ext cx="30480" cy="559613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s1_164">
              <a:extLst>
                <a:ext uri="{FF2B5EF4-FFF2-40B4-BE49-F238E27FC236}">
                  <a16:creationId xmlns:a16="http://schemas.microsoft.com/office/drawing/2014/main" id="{3B96DA7A-BAB9-DF5A-9193-604F263751AC}"/>
                </a:ext>
              </a:extLst>
            </p:cNvPr>
            <p:cNvSpPr/>
            <p:nvPr/>
          </p:nvSpPr>
          <p:spPr>
            <a:xfrm>
              <a:off x="9087501" y="5071339"/>
              <a:ext cx="30480" cy="52532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s1_165">
              <a:extLst>
                <a:ext uri="{FF2B5EF4-FFF2-40B4-BE49-F238E27FC236}">
                  <a16:creationId xmlns:a16="http://schemas.microsoft.com/office/drawing/2014/main" id="{CF1D23CE-779A-C9DE-584D-0CC0EA2256FE}"/>
                </a:ext>
              </a:extLst>
            </p:cNvPr>
            <p:cNvSpPr/>
            <p:nvPr/>
          </p:nvSpPr>
          <p:spPr>
            <a:xfrm>
              <a:off x="9142169" y="5084369"/>
              <a:ext cx="30480" cy="49926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s1_166">
              <a:extLst>
                <a:ext uri="{FF2B5EF4-FFF2-40B4-BE49-F238E27FC236}">
                  <a16:creationId xmlns:a16="http://schemas.microsoft.com/office/drawing/2014/main" id="{CAF051DD-1E98-ACBF-E689-F03E88410F0F}"/>
                </a:ext>
              </a:extLst>
            </p:cNvPr>
            <p:cNvSpPr/>
            <p:nvPr/>
          </p:nvSpPr>
          <p:spPr>
            <a:xfrm>
              <a:off x="9196837" y="5098771"/>
              <a:ext cx="30480" cy="47045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s1_167">
              <a:extLst>
                <a:ext uri="{FF2B5EF4-FFF2-40B4-BE49-F238E27FC236}">
                  <a16:creationId xmlns:a16="http://schemas.microsoft.com/office/drawing/2014/main" id="{F3C89FC5-D1DA-3B74-0415-35E6C6FAA027}"/>
                </a:ext>
              </a:extLst>
            </p:cNvPr>
            <p:cNvSpPr/>
            <p:nvPr/>
          </p:nvSpPr>
          <p:spPr>
            <a:xfrm>
              <a:off x="9251505" y="5115573"/>
              <a:ext cx="30480" cy="43685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s1_168">
              <a:extLst>
                <a:ext uri="{FF2B5EF4-FFF2-40B4-BE49-F238E27FC236}">
                  <a16:creationId xmlns:a16="http://schemas.microsoft.com/office/drawing/2014/main" id="{9BDB9E9B-D8EB-10E0-579B-F8F5ABC78E02}"/>
                </a:ext>
              </a:extLst>
            </p:cNvPr>
            <p:cNvSpPr/>
            <p:nvPr/>
          </p:nvSpPr>
          <p:spPr>
            <a:xfrm>
              <a:off x="9306173" y="5114887"/>
              <a:ext cx="30480" cy="43822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s1_169">
              <a:extLst>
                <a:ext uri="{FF2B5EF4-FFF2-40B4-BE49-F238E27FC236}">
                  <a16:creationId xmlns:a16="http://schemas.microsoft.com/office/drawing/2014/main" id="{2D9C32FE-ECFF-D697-3452-CAEBEE84424E}"/>
                </a:ext>
              </a:extLst>
            </p:cNvPr>
            <p:cNvSpPr/>
            <p:nvPr/>
          </p:nvSpPr>
          <p:spPr>
            <a:xfrm>
              <a:off x="9360841" y="5097056"/>
              <a:ext cx="30480" cy="47388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s1_170">
              <a:extLst>
                <a:ext uri="{FF2B5EF4-FFF2-40B4-BE49-F238E27FC236}">
                  <a16:creationId xmlns:a16="http://schemas.microsoft.com/office/drawing/2014/main" id="{3C102941-D48C-3B1E-1C20-1EDCD06605DD}"/>
                </a:ext>
              </a:extLst>
            </p:cNvPr>
            <p:cNvSpPr/>
            <p:nvPr/>
          </p:nvSpPr>
          <p:spPr>
            <a:xfrm>
              <a:off x="9415509" y="5108029"/>
              <a:ext cx="30480" cy="45194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s1_171">
              <a:extLst>
                <a:ext uri="{FF2B5EF4-FFF2-40B4-BE49-F238E27FC236}">
                  <a16:creationId xmlns:a16="http://schemas.microsoft.com/office/drawing/2014/main" id="{606DE2A1-BFB5-F8B2-049B-922562F89D7A}"/>
                </a:ext>
              </a:extLst>
            </p:cNvPr>
            <p:cNvSpPr/>
            <p:nvPr/>
          </p:nvSpPr>
          <p:spPr>
            <a:xfrm>
              <a:off x="9470177" y="5184496"/>
              <a:ext cx="30480" cy="29900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s1_172">
              <a:extLst>
                <a:ext uri="{FF2B5EF4-FFF2-40B4-BE49-F238E27FC236}">
                  <a16:creationId xmlns:a16="http://schemas.microsoft.com/office/drawing/2014/main" id="{8BA58F20-C739-3842-1558-D350EBA600A0}"/>
                </a:ext>
              </a:extLst>
            </p:cNvPr>
            <p:cNvSpPr/>
            <p:nvPr/>
          </p:nvSpPr>
          <p:spPr>
            <a:xfrm>
              <a:off x="9524845" y="5070310"/>
              <a:ext cx="30480" cy="5273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s1_173">
              <a:extLst>
                <a:ext uri="{FF2B5EF4-FFF2-40B4-BE49-F238E27FC236}">
                  <a16:creationId xmlns:a16="http://schemas.microsoft.com/office/drawing/2014/main" id="{A9ABF0BB-2B92-A2F1-11B3-33651F4190CA}"/>
                </a:ext>
              </a:extLst>
            </p:cNvPr>
            <p:cNvSpPr/>
            <p:nvPr/>
          </p:nvSpPr>
          <p:spPr>
            <a:xfrm>
              <a:off x="9579513" y="5087798"/>
              <a:ext cx="30480" cy="49240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s1_174">
              <a:extLst>
                <a:ext uri="{FF2B5EF4-FFF2-40B4-BE49-F238E27FC236}">
                  <a16:creationId xmlns:a16="http://schemas.microsoft.com/office/drawing/2014/main" id="{25382581-8A6C-60EE-C75C-D833A7E898AF}"/>
                </a:ext>
              </a:extLst>
            </p:cNvPr>
            <p:cNvSpPr/>
            <p:nvPr/>
          </p:nvSpPr>
          <p:spPr>
            <a:xfrm>
              <a:off x="9634181" y="5231816"/>
              <a:ext cx="30480" cy="20436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s1_175">
              <a:extLst>
                <a:ext uri="{FF2B5EF4-FFF2-40B4-BE49-F238E27FC236}">
                  <a16:creationId xmlns:a16="http://schemas.microsoft.com/office/drawing/2014/main" id="{34339D65-9AA2-98F5-AC3F-6C9CD99B7270}"/>
                </a:ext>
              </a:extLst>
            </p:cNvPr>
            <p:cNvSpPr/>
            <p:nvPr/>
          </p:nvSpPr>
          <p:spPr>
            <a:xfrm>
              <a:off x="9688850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s1_176">
              <a:extLst>
                <a:ext uri="{FF2B5EF4-FFF2-40B4-BE49-F238E27FC236}">
                  <a16:creationId xmlns:a16="http://schemas.microsoft.com/office/drawing/2014/main" id="{5969D80B-11CC-95BC-2824-5F96825E4AE1}"/>
                </a:ext>
              </a:extLst>
            </p:cNvPr>
            <p:cNvSpPr/>
            <p:nvPr/>
          </p:nvSpPr>
          <p:spPr>
            <a:xfrm>
              <a:off x="9743518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s1_177">
              <a:extLst>
                <a:ext uri="{FF2B5EF4-FFF2-40B4-BE49-F238E27FC236}">
                  <a16:creationId xmlns:a16="http://schemas.microsoft.com/office/drawing/2014/main" id="{E9F26004-1B76-1E2F-3467-ADB7B4BC68BE}"/>
                </a:ext>
              </a:extLst>
            </p:cNvPr>
            <p:cNvSpPr/>
            <p:nvPr/>
          </p:nvSpPr>
          <p:spPr>
            <a:xfrm>
              <a:off x="9798186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s1_178">
              <a:extLst>
                <a:ext uri="{FF2B5EF4-FFF2-40B4-BE49-F238E27FC236}">
                  <a16:creationId xmlns:a16="http://schemas.microsoft.com/office/drawing/2014/main" id="{842FA1C8-4E46-76EE-DF13-0976CB32A899}"/>
                </a:ext>
              </a:extLst>
            </p:cNvPr>
            <p:cNvSpPr/>
            <p:nvPr/>
          </p:nvSpPr>
          <p:spPr>
            <a:xfrm>
              <a:off x="9852854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s1_179">
              <a:extLst>
                <a:ext uri="{FF2B5EF4-FFF2-40B4-BE49-F238E27FC236}">
                  <a16:creationId xmlns:a16="http://schemas.microsoft.com/office/drawing/2014/main" id="{A8DE4E2E-F449-AAF1-0007-2133581889CA}"/>
                </a:ext>
              </a:extLst>
            </p:cNvPr>
            <p:cNvSpPr/>
            <p:nvPr/>
          </p:nvSpPr>
          <p:spPr>
            <a:xfrm>
              <a:off x="9907522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s1_180">
              <a:extLst>
                <a:ext uri="{FF2B5EF4-FFF2-40B4-BE49-F238E27FC236}">
                  <a16:creationId xmlns:a16="http://schemas.microsoft.com/office/drawing/2014/main" id="{C80C7A2C-507A-C9C7-FE25-38D654BED920}"/>
                </a:ext>
              </a:extLst>
            </p:cNvPr>
            <p:cNvSpPr/>
            <p:nvPr/>
          </p:nvSpPr>
          <p:spPr>
            <a:xfrm>
              <a:off x="9962190" y="5131346"/>
              <a:ext cx="30480" cy="40530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s1_181">
              <a:extLst>
                <a:ext uri="{FF2B5EF4-FFF2-40B4-BE49-F238E27FC236}">
                  <a16:creationId xmlns:a16="http://schemas.microsoft.com/office/drawing/2014/main" id="{F33939C4-8F1C-2817-F0E4-1E098073CBB0}"/>
                </a:ext>
              </a:extLst>
            </p:cNvPr>
            <p:cNvSpPr/>
            <p:nvPr/>
          </p:nvSpPr>
          <p:spPr>
            <a:xfrm>
              <a:off x="10016858" y="5169751"/>
              <a:ext cx="30480" cy="32849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s1_182">
              <a:extLst>
                <a:ext uri="{FF2B5EF4-FFF2-40B4-BE49-F238E27FC236}">
                  <a16:creationId xmlns:a16="http://schemas.microsoft.com/office/drawing/2014/main" id="{FDAFEF59-A737-B44A-21CE-AB809BCD0544}"/>
                </a:ext>
              </a:extLst>
            </p:cNvPr>
            <p:cNvSpPr/>
            <p:nvPr/>
          </p:nvSpPr>
          <p:spPr>
            <a:xfrm>
              <a:off x="10071526" y="5040135"/>
              <a:ext cx="30480" cy="58773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s1_183">
              <a:extLst>
                <a:ext uri="{FF2B5EF4-FFF2-40B4-BE49-F238E27FC236}">
                  <a16:creationId xmlns:a16="http://schemas.microsoft.com/office/drawing/2014/main" id="{ECB161A8-834A-208F-F49B-07B314A91383}"/>
                </a:ext>
              </a:extLst>
            </p:cNvPr>
            <p:cNvSpPr/>
            <p:nvPr/>
          </p:nvSpPr>
          <p:spPr>
            <a:xfrm>
              <a:off x="10126194" y="5094656"/>
              <a:ext cx="30480" cy="47868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s1_184">
              <a:extLst>
                <a:ext uri="{FF2B5EF4-FFF2-40B4-BE49-F238E27FC236}">
                  <a16:creationId xmlns:a16="http://schemas.microsoft.com/office/drawing/2014/main" id="{FD74B116-8B17-8756-9A58-08355958C70E}"/>
                </a:ext>
              </a:extLst>
            </p:cNvPr>
            <p:cNvSpPr/>
            <p:nvPr/>
          </p:nvSpPr>
          <p:spPr>
            <a:xfrm>
              <a:off x="10180862" y="5134432"/>
              <a:ext cx="30480" cy="39913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s1_185">
              <a:extLst>
                <a:ext uri="{FF2B5EF4-FFF2-40B4-BE49-F238E27FC236}">
                  <a16:creationId xmlns:a16="http://schemas.microsoft.com/office/drawing/2014/main" id="{3DD36A41-9BAF-5C5A-6796-CF2D72B1FA81}"/>
                </a:ext>
              </a:extLst>
            </p:cNvPr>
            <p:cNvSpPr/>
            <p:nvPr/>
          </p:nvSpPr>
          <p:spPr>
            <a:xfrm>
              <a:off x="10235529" y="5084026"/>
              <a:ext cx="30481" cy="49994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s1_186">
              <a:extLst>
                <a:ext uri="{FF2B5EF4-FFF2-40B4-BE49-F238E27FC236}">
                  <a16:creationId xmlns:a16="http://schemas.microsoft.com/office/drawing/2014/main" id="{481B2709-1347-87CE-5D87-F6DC8CADE6AE}"/>
                </a:ext>
              </a:extLst>
            </p:cNvPr>
            <p:cNvSpPr/>
            <p:nvPr/>
          </p:nvSpPr>
          <p:spPr>
            <a:xfrm>
              <a:off x="10290197" y="5110429"/>
              <a:ext cx="30481" cy="44714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s1_187">
              <a:extLst>
                <a:ext uri="{FF2B5EF4-FFF2-40B4-BE49-F238E27FC236}">
                  <a16:creationId xmlns:a16="http://schemas.microsoft.com/office/drawing/2014/main" id="{6AB84B7F-6811-C68B-4381-5FC498975310}"/>
                </a:ext>
              </a:extLst>
            </p:cNvPr>
            <p:cNvSpPr/>
            <p:nvPr/>
          </p:nvSpPr>
          <p:spPr>
            <a:xfrm>
              <a:off x="10344865" y="5294909"/>
              <a:ext cx="30481" cy="7818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s1_188">
              <a:extLst>
                <a:ext uri="{FF2B5EF4-FFF2-40B4-BE49-F238E27FC236}">
                  <a16:creationId xmlns:a16="http://schemas.microsoft.com/office/drawing/2014/main" id="{07C78A36-1C6E-5422-7E3B-40C919DD6CFA}"/>
                </a:ext>
              </a:extLst>
            </p:cNvPr>
            <p:cNvSpPr/>
            <p:nvPr/>
          </p:nvSpPr>
          <p:spPr>
            <a:xfrm>
              <a:off x="10399533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s1_189">
              <a:extLst>
                <a:ext uri="{FF2B5EF4-FFF2-40B4-BE49-F238E27FC236}">
                  <a16:creationId xmlns:a16="http://schemas.microsoft.com/office/drawing/2014/main" id="{D0FA89CA-860B-F8A6-9390-0AE9FBC3D070}"/>
                </a:ext>
              </a:extLst>
            </p:cNvPr>
            <p:cNvSpPr/>
            <p:nvPr/>
          </p:nvSpPr>
          <p:spPr>
            <a:xfrm>
              <a:off x="10454201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s1_190">
              <a:extLst>
                <a:ext uri="{FF2B5EF4-FFF2-40B4-BE49-F238E27FC236}">
                  <a16:creationId xmlns:a16="http://schemas.microsoft.com/office/drawing/2014/main" id="{FFCFE391-C63B-157A-7C6C-C1E2734B6582}"/>
                </a:ext>
              </a:extLst>
            </p:cNvPr>
            <p:cNvSpPr/>
            <p:nvPr/>
          </p:nvSpPr>
          <p:spPr>
            <a:xfrm>
              <a:off x="10508869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s1_191">
              <a:extLst>
                <a:ext uri="{FF2B5EF4-FFF2-40B4-BE49-F238E27FC236}">
                  <a16:creationId xmlns:a16="http://schemas.microsoft.com/office/drawing/2014/main" id="{2938806A-99B2-2D75-8CED-A89E714BBAC3}"/>
                </a:ext>
              </a:extLst>
            </p:cNvPr>
            <p:cNvSpPr/>
            <p:nvPr/>
          </p:nvSpPr>
          <p:spPr>
            <a:xfrm>
              <a:off x="10563537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s1_192">
              <a:extLst>
                <a:ext uri="{FF2B5EF4-FFF2-40B4-BE49-F238E27FC236}">
                  <a16:creationId xmlns:a16="http://schemas.microsoft.com/office/drawing/2014/main" id="{13F7A9C5-82B1-5150-368E-4ED2608690DD}"/>
                </a:ext>
              </a:extLst>
            </p:cNvPr>
            <p:cNvSpPr/>
            <p:nvPr/>
          </p:nvSpPr>
          <p:spPr>
            <a:xfrm>
              <a:off x="10618205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s1_193">
              <a:extLst>
                <a:ext uri="{FF2B5EF4-FFF2-40B4-BE49-F238E27FC236}">
                  <a16:creationId xmlns:a16="http://schemas.microsoft.com/office/drawing/2014/main" id="{EA3DB58F-97A4-4493-C254-A026CD145E93}"/>
                </a:ext>
              </a:extLst>
            </p:cNvPr>
            <p:cNvSpPr/>
            <p:nvPr/>
          </p:nvSpPr>
          <p:spPr>
            <a:xfrm>
              <a:off x="10672873" y="5261305"/>
              <a:ext cx="30481" cy="14539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s1_194">
              <a:extLst>
                <a:ext uri="{FF2B5EF4-FFF2-40B4-BE49-F238E27FC236}">
                  <a16:creationId xmlns:a16="http://schemas.microsoft.com/office/drawing/2014/main" id="{6C281D3D-6609-0CD7-BCA0-99F0401931ED}"/>
                </a:ext>
              </a:extLst>
            </p:cNvPr>
            <p:cNvSpPr/>
            <p:nvPr/>
          </p:nvSpPr>
          <p:spPr>
            <a:xfrm>
              <a:off x="10727542" y="5129289"/>
              <a:ext cx="30480" cy="40942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s1_195">
              <a:extLst>
                <a:ext uri="{FF2B5EF4-FFF2-40B4-BE49-F238E27FC236}">
                  <a16:creationId xmlns:a16="http://schemas.microsoft.com/office/drawing/2014/main" id="{D8A0092B-36B8-A7FA-BCC3-BEE9598FBC8F}"/>
                </a:ext>
              </a:extLst>
            </p:cNvPr>
            <p:cNvSpPr/>
            <p:nvPr/>
          </p:nvSpPr>
          <p:spPr>
            <a:xfrm>
              <a:off x="10782210" y="5100828"/>
              <a:ext cx="30480" cy="46634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s1_196">
              <a:extLst>
                <a:ext uri="{FF2B5EF4-FFF2-40B4-BE49-F238E27FC236}">
                  <a16:creationId xmlns:a16="http://schemas.microsoft.com/office/drawing/2014/main" id="{38C67CDB-C8CB-1C2E-3602-D25E294C85F5}"/>
                </a:ext>
              </a:extLst>
            </p:cNvPr>
            <p:cNvSpPr/>
            <p:nvPr/>
          </p:nvSpPr>
          <p:spPr>
            <a:xfrm>
              <a:off x="10836878" y="5086769"/>
              <a:ext cx="30480" cy="49446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s1_197">
              <a:extLst>
                <a:ext uri="{FF2B5EF4-FFF2-40B4-BE49-F238E27FC236}">
                  <a16:creationId xmlns:a16="http://schemas.microsoft.com/office/drawing/2014/main" id="{AA0E2458-7A40-C2FA-4A96-EBC9A127BD06}"/>
                </a:ext>
              </a:extLst>
            </p:cNvPr>
            <p:cNvSpPr/>
            <p:nvPr/>
          </p:nvSpPr>
          <p:spPr>
            <a:xfrm>
              <a:off x="10891546" y="5194783"/>
              <a:ext cx="30480" cy="2784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s1_198">
              <a:extLst>
                <a:ext uri="{FF2B5EF4-FFF2-40B4-BE49-F238E27FC236}">
                  <a16:creationId xmlns:a16="http://schemas.microsoft.com/office/drawing/2014/main" id="{229A918D-AA94-F40A-C54C-F4C54F4C60E1}"/>
                </a:ext>
              </a:extLst>
            </p:cNvPr>
            <p:cNvSpPr/>
            <p:nvPr/>
          </p:nvSpPr>
          <p:spPr>
            <a:xfrm>
              <a:off x="10946214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s1_199">
              <a:extLst>
                <a:ext uri="{FF2B5EF4-FFF2-40B4-BE49-F238E27FC236}">
                  <a16:creationId xmlns:a16="http://schemas.microsoft.com/office/drawing/2014/main" id="{069223AE-D200-D705-3B2B-8C466733E7A4}"/>
                </a:ext>
              </a:extLst>
            </p:cNvPr>
            <p:cNvSpPr/>
            <p:nvPr/>
          </p:nvSpPr>
          <p:spPr>
            <a:xfrm>
              <a:off x="11000882" y="5111115"/>
              <a:ext cx="30480" cy="44577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s1_200">
              <a:extLst>
                <a:ext uri="{FF2B5EF4-FFF2-40B4-BE49-F238E27FC236}">
                  <a16:creationId xmlns:a16="http://schemas.microsoft.com/office/drawing/2014/main" id="{0969F60B-AC6A-2C7F-D88B-86CF79ACD439}"/>
                </a:ext>
              </a:extLst>
            </p:cNvPr>
            <p:cNvSpPr/>
            <p:nvPr/>
          </p:nvSpPr>
          <p:spPr>
            <a:xfrm>
              <a:off x="11055550" y="5057280"/>
              <a:ext cx="30480" cy="55344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s1_201">
              <a:extLst>
                <a:ext uri="{FF2B5EF4-FFF2-40B4-BE49-F238E27FC236}">
                  <a16:creationId xmlns:a16="http://schemas.microsoft.com/office/drawing/2014/main" id="{7EC2FEF1-CAD2-5F31-42AD-711E3DB84059}"/>
                </a:ext>
              </a:extLst>
            </p:cNvPr>
            <p:cNvSpPr/>
            <p:nvPr/>
          </p:nvSpPr>
          <p:spPr>
            <a:xfrm>
              <a:off x="11110218" y="5047678"/>
              <a:ext cx="30480" cy="57264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s1_202">
              <a:extLst>
                <a:ext uri="{FF2B5EF4-FFF2-40B4-BE49-F238E27FC236}">
                  <a16:creationId xmlns:a16="http://schemas.microsoft.com/office/drawing/2014/main" id="{E23F6FE3-756C-D3F1-F441-A96C3FDE5CFD}"/>
                </a:ext>
              </a:extLst>
            </p:cNvPr>
            <p:cNvSpPr/>
            <p:nvPr/>
          </p:nvSpPr>
          <p:spPr>
            <a:xfrm>
              <a:off x="11164886" y="5026076"/>
              <a:ext cx="30480" cy="6158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s1_203">
              <a:extLst>
                <a:ext uri="{FF2B5EF4-FFF2-40B4-BE49-F238E27FC236}">
                  <a16:creationId xmlns:a16="http://schemas.microsoft.com/office/drawing/2014/main" id="{425400EC-10F9-4B92-E8D3-5AD216CC2B7B}"/>
                </a:ext>
              </a:extLst>
            </p:cNvPr>
            <p:cNvSpPr/>
            <p:nvPr/>
          </p:nvSpPr>
          <p:spPr>
            <a:xfrm>
              <a:off x="11219554" y="5043221"/>
              <a:ext cx="30480" cy="58155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s1_204">
              <a:extLst>
                <a:ext uri="{FF2B5EF4-FFF2-40B4-BE49-F238E27FC236}">
                  <a16:creationId xmlns:a16="http://schemas.microsoft.com/office/drawing/2014/main" id="{8D7FECA9-69A6-0D69-598D-6618EA1D1129}"/>
                </a:ext>
              </a:extLst>
            </p:cNvPr>
            <p:cNvSpPr/>
            <p:nvPr/>
          </p:nvSpPr>
          <p:spPr>
            <a:xfrm>
              <a:off x="11274222" y="5023333"/>
              <a:ext cx="30480" cy="6213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s1_205">
              <a:extLst>
                <a:ext uri="{FF2B5EF4-FFF2-40B4-BE49-F238E27FC236}">
                  <a16:creationId xmlns:a16="http://schemas.microsoft.com/office/drawing/2014/main" id="{F31256C3-B89C-EA5E-86A2-4CC9F210F430}"/>
                </a:ext>
              </a:extLst>
            </p:cNvPr>
            <p:cNvSpPr/>
            <p:nvPr/>
          </p:nvSpPr>
          <p:spPr>
            <a:xfrm>
              <a:off x="11328890" y="5033277"/>
              <a:ext cx="30480" cy="601447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s1_206">
              <a:extLst>
                <a:ext uri="{FF2B5EF4-FFF2-40B4-BE49-F238E27FC236}">
                  <a16:creationId xmlns:a16="http://schemas.microsoft.com/office/drawing/2014/main" id="{D89A19D5-62BB-8997-5778-455ED40A0C0A}"/>
                </a:ext>
              </a:extLst>
            </p:cNvPr>
            <p:cNvSpPr/>
            <p:nvPr/>
          </p:nvSpPr>
          <p:spPr>
            <a:xfrm>
              <a:off x="11383558" y="5065852"/>
              <a:ext cx="30480" cy="53629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s1_207">
              <a:extLst>
                <a:ext uri="{FF2B5EF4-FFF2-40B4-BE49-F238E27FC236}">
                  <a16:creationId xmlns:a16="http://schemas.microsoft.com/office/drawing/2014/main" id="{DA1D2E14-BAC9-C4F8-47B9-9F143E633119}"/>
                </a:ext>
              </a:extLst>
            </p:cNvPr>
            <p:cNvSpPr/>
            <p:nvPr/>
          </p:nvSpPr>
          <p:spPr>
            <a:xfrm>
              <a:off x="11438226" y="5120373"/>
              <a:ext cx="30480" cy="42725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0" name="s1_209">
            <a:extLst>
              <a:ext uri="{FF2B5EF4-FFF2-40B4-BE49-F238E27FC236}">
                <a16:creationId xmlns:a16="http://schemas.microsoft.com/office/drawing/2014/main" id="{E4BA153D-9801-26ED-CB1F-F152759DB5B1}"/>
              </a:ext>
            </a:extLst>
          </p:cNvPr>
          <p:cNvSpPr txBox="1"/>
          <p:nvPr/>
        </p:nvSpPr>
        <p:spPr>
          <a:xfrm>
            <a:off x="711200" y="6273800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Lovable Hackathon  ·  Make It Better</a:t>
            </a:r>
          </a:p>
        </p:txBody>
      </p:sp>
    </p:spTree>
    <p:extLst>
      <p:ext uri="{BB962C8B-B14F-4D97-AF65-F5344CB8AC3E}">
        <p14:creationId xmlns:p14="http://schemas.microsoft.com/office/powerpoint/2010/main" val="629004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_1">
            <a:extLst>
              <a:ext uri="{FF2B5EF4-FFF2-40B4-BE49-F238E27FC236}">
                <a16:creationId xmlns:a16="http://schemas.microsoft.com/office/drawing/2014/main" id="{0B5F0EC4-C0FA-60CE-187F-1FDB9C8394D1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THE PROBLEM</a:t>
            </a:r>
          </a:p>
        </p:txBody>
      </p:sp>
      <p:sp>
        <p:nvSpPr>
          <p:cNvPr id="3" name="s2_2">
            <a:extLst>
              <a:ext uri="{FF2B5EF4-FFF2-40B4-BE49-F238E27FC236}">
                <a16:creationId xmlns:a16="http://schemas.microsoft.com/office/drawing/2014/main" id="{00224331-DAA6-1783-445C-975D9FC07C5D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4400">
                <a:solidFill>
                  <a:srgbClr val="F3F2EE"/>
                </a:solidFill>
                <a:latin typeface="Sitka Display" pitchFamily="2" charset="0"/>
              </a:rPr>
              <a:t>You can’t edit speech.</a:t>
            </a:r>
          </a:p>
        </p:txBody>
      </p:sp>
      <p:grpSp>
        <p:nvGrpSpPr>
          <p:cNvPr id="10" name="s2_9">
            <a:extLst>
              <a:ext uri="{FF2B5EF4-FFF2-40B4-BE49-F238E27FC236}">
                <a16:creationId xmlns:a16="http://schemas.microsoft.com/office/drawing/2014/main" id="{D71CDC76-2AC6-F99A-DD17-FE133968E2A2}"/>
              </a:ext>
            </a:extLst>
          </p:cNvPr>
          <p:cNvGrpSpPr/>
          <p:nvPr/>
        </p:nvGrpSpPr>
        <p:grpSpPr>
          <a:xfrm>
            <a:off x="711200" y="1879600"/>
            <a:ext cx="6908800" cy="3175000"/>
            <a:chOff x="711200" y="1879600"/>
            <a:chExt cx="6908800" cy="3175000"/>
          </a:xfrm>
        </p:grpSpPr>
        <p:sp>
          <p:nvSpPr>
            <p:cNvPr id="4" name="s2_3">
              <a:extLst>
                <a:ext uri="{FF2B5EF4-FFF2-40B4-BE49-F238E27FC236}">
                  <a16:creationId xmlns:a16="http://schemas.microsoft.com/office/drawing/2014/main" id="{A4245711-2D4B-BC93-E52C-85712A20C24E}"/>
                </a:ext>
              </a:extLst>
            </p:cNvPr>
            <p:cNvSpPr/>
            <p:nvPr/>
          </p:nvSpPr>
          <p:spPr>
            <a:xfrm>
              <a:off x="711200" y="1879600"/>
              <a:ext cx="5130800" cy="3175000"/>
            </a:xfrm>
            <a:prstGeom prst="roundRect">
              <a:avLst>
                <a:gd name="adj" fmla="val 560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2_4">
              <a:extLst>
                <a:ext uri="{FF2B5EF4-FFF2-40B4-BE49-F238E27FC236}">
                  <a16:creationId xmlns:a16="http://schemas.microsoft.com/office/drawing/2014/main" id="{5E0D21C6-8C89-6A60-2B65-194BC78AFA6E}"/>
                </a:ext>
              </a:extLst>
            </p:cNvPr>
            <p:cNvSpPr txBox="1"/>
            <p:nvPr/>
          </p:nvSpPr>
          <p:spPr>
            <a:xfrm>
              <a:off x="1016000" y="2159000"/>
              <a:ext cx="66040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050" spc="160">
                  <a:solidFill>
                    <a:srgbClr val="75716A"/>
                  </a:solidFill>
                  <a:latin typeface="Segoe UI Semibold" panose="020B0702040204020203" pitchFamily="34" charset="0"/>
                </a:rPr>
                <a:t>TEXT</a:t>
              </a:r>
            </a:p>
          </p:txBody>
        </p:sp>
        <p:sp>
          <p:nvSpPr>
            <p:cNvPr id="6" name="s2_5">
              <a:extLst>
                <a:ext uri="{FF2B5EF4-FFF2-40B4-BE49-F238E27FC236}">
                  <a16:creationId xmlns:a16="http://schemas.microsoft.com/office/drawing/2014/main" id="{68EB99E8-8DFE-F94A-4709-0D72527798E8}"/>
                </a:ext>
              </a:extLst>
            </p:cNvPr>
            <p:cNvSpPr/>
            <p:nvPr/>
          </p:nvSpPr>
          <p:spPr>
            <a:xfrm>
              <a:off x="1016000" y="2514600"/>
              <a:ext cx="3403600" cy="584200"/>
            </a:xfrm>
            <a:prstGeom prst="roundRect">
              <a:avLst>
                <a:gd name="adj" fmla="val 34783"/>
              </a:avLst>
            </a:prstGeom>
            <a:solidFill>
              <a:srgbClr val="2A292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2_6">
              <a:extLst>
                <a:ext uri="{FF2B5EF4-FFF2-40B4-BE49-F238E27FC236}">
                  <a16:creationId xmlns:a16="http://schemas.microsoft.com/office/drawing/2014/main" id="{B502BC1D-32D6-E28D-48B1-B0593C7F2ED2}"/>
                </a:ext>
              </a:extLst>
            </p:cNvPr>
            <p:cNvSpPr/>
            <p:nvPr/>
          </p:nvSpPr>
          <p:spPr>
            <a:xfrm>
              <a:off x="1016000" y="3327400"/>
              <a:ext cx="1320800" cy="406400"/>
            </a:xfrm>
            <a:prstGeom prst="roundRect">
              <a:avLst>
                <a:gd name="adj" fmla="val 21875"/>
              </a:avLst>
            </a:prstGeom>
            <a:solidFill>
              <a:srgbClr val="2A2927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2_7">
              <a:extLst>
                <a:ext uri="{FF2B5EF4-FFF2-40B4-BE49-F238E27FC236}">
                  <a16:creationId xmlns:a16="http://schemas.microsoft.com/office/drawing/2014/main" id="{AEC833A2-84F8-15DD-5755-E15A2F2770DE}"/>
                </a:ext>
              </a:extLst>
            </p:cNvPr>
            <p:cNvSpPr txBox="1"/>
            <p:nvPr/>
          </p:nvSpPr>
          <p:spPr>
            <a:xfrm>
              <a:off x="1016000" y="3327399"/>
              <a:ext cx="1320800" cy="406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200">
                  <a:solidFill>
                    <a:srgbClr val="A8A49C"/>
                  </a:solidFill>
                  <a:latin typeface="Segoe UI" panose="020B0502040204020203" pitchFamily="34" charset="0"/>
                </a:rPr>
                <a:t>Backspace</a:t>
              </a:r>
            </a:p>
          </p:txBody>
        </p:sp>
        <p:sp>
          <p:nvSpPr>
            <p:cNvPr id="9" name="s2_8">
              <a:extLst>
                <a:ext uri="{FF2B5EF4-FFF2-40B4-BE49-F238E27FC236}">
                  <a16:creationId xmlns:a16="http://schemas.microsoft.com/office/drawing/2014/main" id="{3016E174-B153-D83C-1B8A-682D8FC720F6}"/>
                </a:ext>
              </a:extLst>
            </p:cNvPr>
            <p:cNvSpPr txBox="1"/>
            <p:nvPr/>
          </p:nvSpPr>
          <p:spPr>
            <a:xfrm>
              <a:off x="1016000" y="4368799"/>
              <a:ext cx="4572000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2100">
                  <a:solidFill>
                    <a:srgbClr val="F3F2EE"/>
                  </a:solidFill>
                  <a:latin typeface="Sitka Display" pitchFamily="2" charset="0"/>
                </a:rPr>
                <a:t>A typo: one keystroke.</a:t>
              </a:r>
            </a:p>
          </p:txBody>
        </p:sp>
      </p:grpSp>
      <p:sp>
        <p:nvSpPr>
          <p:cNvPr id="11" name="s2_10">
            <a:extLst>
              <a:ext uri="{FF2B5EF4-FFF2-40B4-BE49-F238E27FC236}">
                <a16:creationId xmlns:a16="http://schemas.microsoft.com/office/drawing/2014/main" id="{FBE74E1E-2CCD-5C85-C0C2-667C2D94FC2B}"/>
              </a:ext>
            </a:extLst>
          </p:cNvPr>
          <p:cNvSpPr txBox="1"/>
          <p:nvPr/>
        </p:nvSpPr>
        <p:spPr>
          <a:xfrm>
            <a:off x="1244600" y="2514599"/>
            <a:ext cx="304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>
                <a:solidFill>
                  <a:srgbClr val="F3F2EE"/>
                </a:solidFill>
                <a:latin typeface="Segoe UI" panose="020B0502040204020203" pitchFamily="34" charset="0"/>
              </a:rPr>
              <a:t>I’m free on Thrusday</a:t>
            </a:r>
          </a:p>
        </p:txBody>
      </p:sp>
      <p:cxnSp>
        <p:nvCxnSpPr>
          <p:cNvPr id="12" name="s2_11">
            <a:extLst>
              <a:ext uri="{FF2B5EF4-FFF2-40B4-BE49-F238E27FC236}">
                <a16:creationId xmlns:a16="http://schemas.microsoft.com/office/drawing/2014/main" id="{B24FB506-207C-C076-1334-DCF6A22B505C}"/>
              </a:ext>
            </a:extLst>
          </p:cNvPr>
          <p:cNvCxnSpPr/>
          <p:nvPr/>
        </p:nvCxnSpPr>
        <p:spPr>
          <a:xfrm>
            <a:off x="2387791" y="2905454"/>
            <a:ext cx="914463" cy="0"/>
          </a:xfrm>
          <a:prstGeom prst="line">
            <a:avLst/>
          </a:prstGeom>
          <a:ln w="19050" cap="rnd">
            <a:solidFill>
              <a:srgbClr val="FF453A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2_12">
            <a:extLst>
              <a:ext uri="{FF2B5EF4-FFF2-40B4-BE49-F238E27FC236}">
                <a16:creationId xmlns:a16="http://schemas.microsoft.com/office/drawing/2014/main" id="{95CA2CDD-40B3-C8D3-DA63-057A25AED878}"/>
              </a:ext>
            </a:extLst>
          </p:cNvPr>
          <p:cNvSpPr txBox="1"/>
          <p:nvPr/>
        </p:nvSpPr>
        <p:spPr>
          <a:xfrm>
            <a:off x="1244600" y="2514599"/>
            <a:ext cx="304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>
                <a:solidFill>
                  <a:srgbClr val="F3F2EE"/>
                </a:solidFill>
                <a:latin typeface="Segoe UI" panose="020B0502040204020203" pitchFamily="34" charset="0"/>
              </a:rPr>
              <a:t>I’m free on Thursday</a:t>
            </a:r>
          </a:p>
        </p:txBody>
      </p:sp>
      <p:grpSp>
        <p:nvGrpSpPr>
          <p:cNvPr id="16" name="s2_15">
            <a:extLst>
              <a:ext uri="{FF2B5EF4-FFF2-40B4-BE49-F238E27FC236}">
                <a16:creationId xmlns:a16="http://schemas.microsoft.com/office/drawing/2014/main" id="{8AC3A78F-73E7-496C-2413-172759369B09}"/>
              </a:ext>
            </a:extLst>
          </p:cNvPr>
          <p:cNvGrpSpPr/>
          <p:nvPr/>
        </p:nvGrpSpPr>
        <p:grpSpPr>
          <a:xfrm>
            <a:off x="1016000" y="3327399"/>
            <a:ext cx="1320800" cy="406401"/>
            <a:chOff x="1016000" y="3327399"/>
            <a:chExt cx="1320800" cy="406401"/>
          </a:xfrm>
        </p:grpSpPr>
        <p:sp>
          <p:nvSpPr>
            <p:cNvPr id="14" name="s2_13">
              <a:extLst>
                <a:ext uri="{FF2B5EF4-FFF2-40B4-BE49-F238E27FC236}">
                  <a16:creationId xmlns:a16="http://schemas.microsoft.com/office/drawing/2014/main" id="{45372C3D-F94F-446C-FEFF-4066BB5667CE}"/>
                </a:ext>
              </a:extLst>
            </p:cNvPr>
            <p:cNvSpPr/>
            <p:nvPr/>
          </p:nvSpPr>
          <p:spPr>
            <a:xfrm>
              <a:off x="1016000" y="3327400"/>
              <a:ext cx="1320800" cy="406400"/>
            </a:xfrm>
            <a:prstGeom prst="roundRect">
              <a:avLst>
                <a:gd name="adj" fmla="val 21875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2_14">
              <a:extLst>
                <a:ext uri="{FF2B5EF4-FFF2-40B4-BE49-F238E27FC236}">
                  <a16:creationId xmlns:a16="http://schemas.microsoft.com/office/drawing/2014/main" id="{84F27959-8A8A-FAF1-5831-A4133E87845A}"/>
                </a:ext>
              </a:extLst>
            </p:cNvPr>
            <p:cNvSpPr txBox="1"/>
            <p:nvPr/>
          </p:nvSpPr>
          <p:spPr>
            <a:xfrm>
              <a:off x="1016000" y="3327399"/>
              <a:ext cx="1320800" cy="406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200">
                  <a:solidFill>
                    <a:srgbClr val="171716"/>
                  </a:solidFill>
                  <a:latin typeface="Segoe UI" panose="020B0502040204020203" pitchFamily="34" charset="0"/>
                </a:rPr>
                <a:t>Backspace</a:t>
              </a:r>
            </a:p>
          </p:txBody>
        </p:sp>
      </p:grpSp>
      <p:grpSp>
        <p:nvGrpSpPr>
          <p:cNvPr id="55" name="s2_54">
            <a:extLst>
              <a:ext uri="{FF2B5EF4-FFF2-40B4-BE49-F238E27FC236}">
                <a16:creationId xmlns:a16="http://schemas.microsoft.com/office/drawing/2014/main" id="{142F3E61-B339-725E-7D30-04AEBF12D3BF}"/>
              </a:ext>
            </a:extLst>
          </p:cNvPr>
          <p:cNvGrpSpPr/>
          <p:nvPr/>
        </p:nvGrpSpPr>
        <p:grpSpPr>
          <a:xfrm>
            <a:off x="6350000" y="1879600"/>
            <a:ext cx="6908800" cy="3175000"/>
            <a:chOff x="6350000" y="1879600"/>
            <a:chExt cx="6908800" cy="3175000"/>
          </a:xfrm>
        </p:grpSpPr>
        <p:sp>
          <p:nvSpPr>
            <p:cNvPr id="17" name="s2_16">
              <a:extLst>
                <a:ext uri="{FF2B5EF4-FFF2-40B4-BE49-F238E27FC236}">
                  <a16:creationId xmlns:a16="http://schemas.microsoft.com/office/drawing/2014/main" id="{F502897C-9CD9-1C9B-6D9A-9F00C9FF8CE4}"/>
                </a:ext>
              </a:extLst>
            </p:cNvPr>
            <p:cNvSpPr/>
            <p:nvPr/>
          </p:nvSpPr>
          <p:spPr>
            <a:xfrm>
              <a:off x="6350000" y="1879600"/>
              <a:ext cx="5130800" cy="3175000"/>
            </a:xfrm>
            <a:prstGeom prst="roundRect">
              <a:avLst>
                <a:gd name="adj" fmla="val 560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s2_17">
              <a:extLst>
                <a:ext uri="{FF2B5EF4-FFF2-40B4-BE49-F238E27FC236}">
                  <a16:creationId xmlns:a16="http://schemas.microsoft.com/office/drawing/2014/main" id="{D9E50FD6-BDFC-1421-D2D6-A7226AEEE217}"/>
                </a:ext>
              </a:extLst>
            </p:cNvPr>
            <p:cNvSpPr txBox="1"/>
            <p:nvPr/>
          </p:nvSpPr>
          <p:spPr>
            <a:xfrm>
              <a:off x="6654800" y="2159000"/>
              <a:ext cx="66040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050" spc="160">
                  <a:solidFill>
                    <a:srgbClr val="75716A"/>
                  </a:solidFill>
                  <a:latin typeface="Segoe UI Semibold" panose="020B0702040204020203" pitchFamily="34" charset="0"/>
                </a:rPr>
                <a:t>VOICE</a:t>
              </a:r>
            </a:p>
          </p:txBody>
        </p:sp>
        <p:sp>
          <p:nvSpPr>
            <p:cNvPr id="19" name="s2_18">
              <a:extLst>
                <a:ext uri="{FF2B5EF4-FFF2-40B4-BE49-F238E27FC236}">
                  <a16:creationId xmlns:a16="http://schemas.microsoft.com/office/drawing/2014/main" id="{AAC72857-78D2-4539-3985-9E251D08ED1F}"/>
                </a:ext>
              </a:extLst>
            </p:cNvPr>
            <p:cNvSpPr/>
            <p:nvPr/>
          </p:nvSpPr>
          <p:spPr>
            <a:xfrm>
              <a:off x="6654800" y="2514600"/>
              <a:ext cx="3810000" cy="584200"/>
            </a:xfrm>
            <a:prstGeom prst="roundRect">
              <a:avLst>
                <a:gd name="adj" fmla="val 50000"/>
              </a:avLst>
            </a:prstGeom>
            <a:solidFill>
              <a:srgbClr val="2A292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2_19">
              <a:extLst>
                <a:ext uri="{FF2B5EF4-FFF2-40B4-BE49-F238E27FC236}">
                  <a16:creationId xmlns:a16="http://schemas.microsoft.com/office/drawing/2014/main" id="{48637028-C4E5-3097-7B2A-D58ED9776369}"/>
                </a:ext>
              </a:extLst>
            </p:cNvPr>
            <p:cNvSpPr/>
            <p:nvPr/>
          </p:nvSpPr>
          <p:spPr>
            <a:xfrm>
              <a:off x="6743700" y="2603500"/>
              <a:ext cx="406400" cy="4064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s2_20">
              <a:extLst>
                <a:ext uri="{FF2B5EF4-FFF2-40B4-BE49-F238E27FC236}">
                  <a16:creationId xmlns:a16="http://schemas.microsoft.com/office/drawing/2014/main" id="{F31EB7F6-79C1-C92C-EC19-DF1D2F84007D}"/>
                </a:ext>
              </a:extLst>
            </p:cNvPr>
            <p:cNvSpPr/>
            <p:nvPr/>
          </p:nvSpPr>
          <p:spPr>
            <a:xfrm rot="5400000">
              <a:off x="6877050" y="2736850"/>
              <a:ext cx="177800" cy="139700"/>
            </a:xfrm>
            <a:prstGeom prst="triangle">
              <a:avLst/>
            </a:prstGeom>
            <a:solidFill>
              <a:srgbClr val="171716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s2_21">
              <a:extLst>
                <a:ext uri="{FF2B5EF4-FFF2-40B4-BE49-F238E27FC236}">
                  <a16:creationId xmlns:a16="http://schemas.microsoft.com/office/drawing/2014/main" id="{E6DBFA26-B671-1FCE-3D9A-EB5F5B97A8DB}"/>
                </a:ext>
              </a:extLst>
            </p:cNvPr>
            <p:cNvSpPr/>
            <p:nvPr/>
          </p:nvSpPr>
          <p:spPr>
            <a:xfrm>
              <a:off x="7317317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2_22">
              <a:extLst>
                <a:ext uri="{FF2B5EF4-FFF2-40B4-BE49-F238E27FC236}">
                  <a16:creationId xmlns:a16="http://schemas.microsoft.com/office/drawing/2014/main" id="{902BD428-5246-219D-929A-DA5F03BF0CC4}"/>
                </a:ext>
              </a:extLst>
            </p:cNvPr>
            <p:cNvSpPr/>
            <p:nvPr/>
          </p:nvSpPr>
          <p:spPr>
            <a:xfrm>
              <a:off x="7400290" y="2684742"/>
              <a:ext cx="27940" cy="24391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s2_23">
              <a:extLst>
                <a:ext uri="{FF2B5EF4-FFF2-40B4-BE49-F238E27FC236}">
                  <a16:creationId xmlns:a16="http://schemas.microsoft.com/office/drawing/2014/main" id="{85504592-003B-5CBB-89B8-72AC008CD983}"/>
                </a:ext>
              </a:extLst>
            </p:cNvPr>
            <p:cNvSpPr/>
            <p:nvPr/>
          </p:nvSpPr>
          <p:spPr>
            <a:xfrm>
              <a:off x="7483263" y="2791460"/>
              <a:ext cx="27941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2_24">
              <a:extLst>
                <a:ext uri="{FF2B5EF4-FFF2-40B4-BE49-F238E27FC236}">
                  <a16:creationId xmlns:a16="http://schemas.microsoft.com/office/drawing/2014/main" id="{5AD0700F-F4C0-BC5C-5929-0A3F2B561042}"/>
                </a:ext>
              </a:extLst>
            </p:cNvPr>
            <p:cNvSpPr/>
            <p:nvPr/>
          </p:nvSpPr>
          <p:spPr>
            <a:xfrm>
              <a:off x="7566237" y="2684882"/>
              <a:ext cx="27940" cy="243637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s2_25">
              <a:extLst>
                <a:ext uri="{FF2B5EF4-FFF2-40B4-BE49-F238E27FC236}">
                  <a16:creationId xmlns:a16="http://schemas.microsoft.com/office/drawing/2014/main" id="{9F5E5374-C58E-FED2-44F2-F42E52D958B5}"/>
                </a:ext>
              </a:extLst>
            </p:cNvPr>
            <p:cNvSpPr/>
            <p:nvPr/>
          </p:nvSpPr>
          <p:spPr>
            <a:xfrm>
              <a:off x="7649210" y="2700807"/>
              <a:ext cx="27940" cy="21178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2_26">
              <a:extLst>
                <a:ext uri="{FF2B5EF4-FFF2-40B4-BE49-F238E27FC236}">
                  <a16:creationId xmlns:a16="http://schemas.microsoft.com/office/drawing/2014/main" id="{40D64BAF-A2DB-72BD-F14B-ED60267E37E2}"/>
                </a:ext>
              </a:extLst>
            </p:cNvPr>
            <p:cNvSpPr/>
            <p:nvPr/>
          </p:nvSpPr>
          <p:spPr>
            <a:xfrm>
              <a:off x="7732183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2_27">
              <a:extLst>
                <a:ext uri="{FF2B5EF4-FFF2-40B4-BE49-F238E27FC236}">
                  <a16:creationId xmlns:a16="http://schemas.microsoft.com/office/drawing/2014/main" id="{050A56AB-4892-F773-9CE8-B08F893E05ED}"/>
                </a:ext>
              </a:extLst>
            </p:cNvPr>
            <p:cNvSpPr/>
            <p:nvPr/>
          </p:nvSpPr>
          <p:spPr>
            <a:xfrm>
              <a:off x="7815156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s2_28">
              <a:extLst>
                <a:ext uri="{FF2B5EF4-FFF2-40B4-BE49-F238E27FC236}">
                  <a16:creationId xmlns:a16="http://schemas.microsoft.com/office/drawing/2014/main" id="{1F9D5AC7-200A-0ED2-C00E-B22503FFC6E2}"/>
                </a:ext>
              </a:extLst>
            </p:cNvPr>
            <p:cNvSpPr/>
            <p:nvPr/>
          </p:nvSpPr>
          <p:spPr>
            <a:xfrm>
              <a:off x="7898130" y="2691587"/>
              <a:ext cx="27940" cy="23022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s2_29">
              <a:extLst>
                <a:ext uri="{FF2B5EF4-FFF2-40B4-BE49-F238E27FC236}">
                  <a16:creationId xmlns:a16="http://schemas.microsoft.com/office/drawing/2014/main" id="{806E8FF7-4329-A86A-CB88-2B4CC22562FA}"/>
                </a:ext>
              </a:extLst>
            </p:cNvPr>
            <p:cNvSpPr/>
            <p:nvPr/>
          </p:nvSpPr>
          <p:spPr>
            <a:xfrm>
              <a:off x="7981104" y="2686977"/>
              <a:ext cx="27940" cy="23944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s2_30">
              <a:extLst>
                <a:ext uri="{FF2B5EF4-FFF2-40B4-BE49-F238E27FC236}">
                  <a16:creationId xmlns:a16="http://schemas.microsoft.com/office/drawing/2014/main" id="{30F3C31E-0E05-7918-4EB6-08FFDFFC9CF0}"/>
                </a:ext>
              </a:extLst>
            </p:cNvPr>
            <p:cNvSpPr/>
            <p:nvPr/>
          </p:nvSpPr>
          <p:spPr>
            <a:xfrm>
              <a:off x="8064077" y="2681668"/>
              <a:ext cx="27940" cy="250064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s2_31">
              <a:extLst>
                <a:ext uri="{FF2B5EF4-FFF2-40B4-BE49-F238E27FC236}">
                  <a16:creationId xmlns:a16="http://schemas.microsoft.com/office/drawing/2014/main" id="{85533C5A-5A37-BD78-6CDA-6D87F273C947}"/>
                </a:ext>
              </a:extLst>
            </p:cNvPr>
            <p:cNvSpPr/>
            <p:nvPr/>
          </p:nvSpPr>
          <p:spPr>
            <a:xfrm>
              <a:off x="8147050" y="2688933"/>
              <a:ext cx="27940" cy="235534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2_32">
              <a:extLst>
                <a:ext uri="{FF2B5EF4-FFF2-40B4-BE49-F238E27FC236}">
                  <a16:creationId xmlns:a16="http://schemas.microsoft.com/office/drawing/2014/main" id="{956BE293-F613-B4D3-9C04-0A6F25F0B7D0}"/>
                </a:ext>
              </a:extLst>
            </p:cNvPr>
            <p:cNvSpPr/>
            <p:nvPr/>
          </p:nvSpPr>
          <p:spPr>
            <a:xfrm>
              <a:off x="8230023" y="2690330"/>
              <a:ext cx="27940" cy="23274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s2_33">
              <a:extLst>
                <a:ext uri="{FF2B5EF4-FFF2-40B4-BE49-F238E27FC236}">
                  <a16:creationId xmlns:a16="http://schemas.microsoft.com/office/drawing/2014/main" id="{60D24D7B-B8F2-F925-5B05-2E8FF217ACFA}"/>
                </a:ext>
              </a:extLst>
            </p:cNvPr>
            <p:cNvSpPr/>
            <p:nvPr/>
          </p:nvSpPr>
          <p:spPr>
            <a:xfrm>
              <a:off x="8312996" y="2700249"/>
              <a:ext cx="27941" cy="212902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2_34">
              <a:extLst>
                <a:ext uri="{FF2B5EF4-FFF2-40B4-BE49-F238E27FC236}">
                  <a16:creationId xmlns:a16="http://schemas.microsoft.com/office/drawing/2014/main" id="{E070F821-3038-AE59-1D25-08B366F9C32B}"/>
                </a:ext>
              </a:extLst>
            </p:cNvPr>
            <p:cNvSpPr/>
            <p:nvPr/>
          </p:nvSpPr>
          <p:spPr>
            <a:xfrm>
              <a:off x="8395970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s2_35">
              <a:extLst>
                <a:ext uri="{FF2B5EF4-FFF2-40B4-BE49-F238E27FC236}">
                  <a16:creationId xmlns:a16="http://schemas.microsoft.com/office/drawing/2014/main" id="{95DEAF2C-724E-576D-E8BD-E14718D02387}"/>
                </a:ext>
              </a:extLst>
            </p:cNvPr>
            <p:cNvSpPr/>
            <p:nvPr/>
          </p:nvSpPr>
          <p:spPr>
            <a:xfrm>
              <a:off x="8478944" y="2706395"/>
              <a:ext cx="27940" cy="20061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s2_36">
              <a:extLst>
                <a:ext uri="{FF2B5EF4-FFF2-40B4-BE49-F238E27FC236}">
                  <a16:creationId xmlns:a16="http://schemas.microsoft.com/office/drawing/2014/main" id="{ACB76595-DE6B-045E-058C-777EE6E16E64}"/>
                </a:ext>
              </a:extLst>
            </p:cNvPr>
            <p:cNvSpPr/>
            <p:nvPr/>
          </p:nvSpPr>
          <p:spPr>
            <a:xfrm>
              <a:off x="8561917" y="2691867"/>
              <a:ext cx="27940" cy="22966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s2_37">
              <a:extLst>
                <a:ext uri="{FF2B5EF4-FFF2-40B4-BE49-F238E27FC236}">
                  <a16:creationId xmlns:a16="http://schemas.microsoft.com/office/drawing/2014/main" id="{ED97F1E9-8D5D-F960-0904-67DD93D4EB3C}"/>
                </a:ext>
              </a:extLst>
            </p:cNvPr>
            <p:cNvSpPr/>
            <p:nvPr/>
          </p:nvSpPr>
          <p:spPr>
            <a:xfrm>
              <a:off x="8644890" y="2720086"/>
              <a:ext cx="27940" cy="173228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2_38">
              <a:extLst>
                <a:ext uri="{FF2B5EF4-FFF2-40B4-BE49-F238E27FC236}">
                  <a16:creationId xmlns:a16="http://schemas.microsoft.com/office/drawing/2014/main" id="{9226DC1E-7C2D-E5A8-5D88-6334C44EC652}"/>
                </a:ext>
              </a:extLst>
            </p:cNvPr>
            <p:cNvSpPr/>
            <p:nvPr/>
          </p:nvSpPr>
          <p:spPr>
            <a:xfrm>
              <a:off x="8727863" y="2717571"/>
              <a:ext cx="27941" cy="178257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s2_39">
              <a:extLst>
                <a:ext uri="{FF2B5EF4-FFF2-40B4-BE49-F238E27FC236}">
                  <a16:creationId xmlns:a16="http://schemas.microsoft.com/office/drawing/2014/main" id="{97DEDC32-660B-C719-4629-EC5F759CE114}"/>
                </a:ext>
              </a:extLst>
            </p:cNvPr>
            <p:cNvSpPr/>
            <p:nvPr/>
          </p:nvSpPr>
          <p:spPr>
            <a:xfrm>
              <a:off x="8810837" y="2700668"/>
              <a:ext cx="27940" cy="212064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s2_40">
              <a:extLst>
                <a:ext uri="{FF2B5EF4-FFF2-40B4-BE49-F238E27FC236}">
                  <a16:creationId xmlns:a16="http://schemas.microsoft.com/office/drawing/2014/main" id="{682036CF-9EF7-68E4-0CCA-CFB508070C11}"/>
                </a:ext>
              </a:extLst>
            </p:cNvPr>
            <p:cNvSpPr/>
            <p:nvPr/>
          </p:nvSpPr>
          <p:spPr>
            <a:xfrm>
              <a:off x="8893810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s2_41">
              <a:extLst>
                <a:ext uri="{FF2B5EF4-FFF2-40B4-BE49-F238E27FC236}">
                  <a16:creationId xmlns:a16="http://schemas.microsoft.com/office/drawing/2014/main" id="{077415C7-6C4C-CE8F-B7C0-AAB3F697DB78}"/>
                </a:ext>
              </a:extLst>
            </p:cNvPr>
            <p:cNvSpPr/>
            <p:nvPr/>
          </p:nvSpPr>
          <p:spPr>
            <a:xfrm>
              <a:off x="8976783" y="2693822"/>
              <a:ext cx="27940" cy="22575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s2_42">
              <a:extLst>
                <a:ext uri="{FF2B5EF4-FFF2-40B4-BE49-F238E27FC236}">
                  <a16:creationId xmlns:a16="http://schemas.microsoft.com/office/drawing/2014/main" id="{B2F6CEAC-8986-81F5-4D52-9BEB072F77A6}"/>
                </a:ext>
              </a:extLst>
            </p:cNvPr>
            <p:cNvSpPr/>
            <p:nvPr/>
          </p:nvSpPr>
          <p:spPr>
            <a:xfrm>
              <a:off x="9059756" y="2732100"/>
              <a:ext cx="27940" cy="14920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s2_43">
              <a:extLst>
                <a:ext uri="{FF2B5EF4-FFF2-40B4-BE49-F238E27FC236}">
                  <a16:creationId xmlns:a16="http://schemas.microsoft.com/office/drawing/2014/main" id="{06866C1D-1A89-5161-2E03-9B5C25F460E5}"/>
                </a:ext>
              </a:extLst>
            </p:cNvPr>
            <p:cNvSpPr/>
            <p:nvPr/>
          </p:nvSpPr>
          <p:spPr>
            <a:xfrm>
              <a:off x="9142730" y="2690051"/>
              <a:ext cx="27940" cy="233298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s2_44">
              <a:extLst>
                <a:ext uri="{FF2B5EF4-FFF2-40B4-BE49-F238E27FC236}">
                  <a16:creationId xmlns:a16="http://schemas.microsoft.com/office/drawing/2014/main" id="{797749CF-00E1-2092-5A7B-B29BD94EF277}"/>
                </a:ext>
              </a:extLst>
            </p:cNvPr>
            <p:cNvSpPr/>
            <p:nvPr/>
          </p:nvSpPr>
          <p:spPr>
            <a:xfrm>
              <a:off x="9225704" y="2702344"/>
              <a:ext cx="27940" cy="208712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s2_45">
              <a:extLst>
                <a:ext uri="{FF2B5EF4-FFF2-40B4-BE49-F238E27FC236}">
                  <a16:creationId xmlns:a16="http://schemas.microsoft.com/office/drawing/2014/main" id="{85BAE269-ADD7-029A-160D-9C84A7CCFCA5}"/>
                </a:ext>
              </a:extLst>
            </p:cNvPr>
            <p:cNvSpPr/>
            <p:nvPr/>
          </p:nvSpPr>
          <p:spPr>
            <a:xfrm>
              <a:off x="9308677" y="2703182"/>
              <a:ext cx="27940" cy="20703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s2_46">
              <a:extLst>
                <a:ext uri="{FF2B5EF4-FFF2-40B4-BE49-F238E27FC236}">
                  <a16:creationId xmlns:a16="http://schemas.microsoft.com/office/drawing/2014/main" id="{BBF94D34-3349-EE00-1625-8DCEA3CF1331}"/>
                </a:ext>
              </a:extLst>
            </p:cNvPr>
            <p:cNvSpPr/>
            <p:nvPr/>
          </p:nvSpPr>
          <p:spPr>
            <a:xfrm>
              <a:off x="9391650" y="2703182"/>
              <a:ext cx="27940" cy="20703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s2_47">
              <a:extLst>
                <a:ext uri="{FF2B5EF4-FFF2-40B4-BE49-F238E27FC236}">
                  <a16:creationId xmlns:a16="http://schemas.microsoft.com/office/drawing/2014/main" id="{AADBE38A-45A7-55DE-7B67-ECA31C18A64F}"/>
                </a:ext>
              </a:extLst>
            </p:cNvPr>
            <p:cNvSpPr/>
            <p:nvPr/>
          </p:nvSpPr>
          <p:spPr>
            <a:xfrm>
              <a:off x="9474623" y="2717711"/>
              <a:ext cx="27940" cy="177978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s2_48">
              <a:extLst>
                <a:ext uri="{FF2B5EF4-FFF2-40B4-BE49-F238E27FC236}">
                  <a16:creationId xmlns:a16="http://schemas.microsoft.com/office/drawing/2014/main" id="{DAA8FFCF-6330-0EF2-5067-21F2525C2650}"/>
                </a:ext>
              </a:extLst>
            </p:cNvPr>
            <p:cNvSpPr/>
            <p:nvPr/>
          </p:nvSpPr>
          <p:spPr>
            <a:xfrm>
              <a:off x="9557596" y="2706395"/>
              <a:ext cx="27941" cy="20061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s2_49">
              <a:extLst>
                <a:ext uri="{FF2B5EF4-FFF2-40B4-BE49-F238E27FC236}">
                  <a16:creationId xmlns:a16="http://schemas.microsoft.com/office/drawing/2014/main" id="{8FE55ABD-318A-D5BC-EC61-3E35DDCB8153}"/>
                </a:ext>
              </a:extLst>
            </p:cNvPr>
            <p:cNvSpPr/>
            <p:nvPr/>
          </p:nvSpPr>
          <p:spPr>
            <a:xfrm>
              <a:off x="9640570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s2_50">
              <a:extLst>
                <a:ext uri="{FF2B5EF4-FFF2-40B4-BE49-F238E27FC236}">
                  <a16:creationId xmlns:a16="http://schemas.microsoft.com/office/drawing/2014/main" id="{63FC2AD8-F77B-3F36-B4CA-C4AA5E133D63}"/>
                </a:ext>
              </a:extLst>
            </p:cNvPr>
            <p:cNvSpPr/>
            <p:nvPr/>
          </p:nvSpPr>
          <p:spPr>
            <a:xfrm>
              <a:off x="9723544" y="2704859"/>
              <a:ext cx="27940" cy="203682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s2_51">
              <a:extLst>
                <a:ext uri="{FF2B5EF4-FFF2-40B4-BE49-F238E27FC236}">
                  <a16:creationId xmlns:a16="http://schemas.microsoft.com/office/drawing/2014/main" id="{1D847590-E278-D685-50B7-5AF352B4B50D}"/>
                </a:ext>
              </a:extLst>
            </p:cNvPr>
            <p:cNvSpPr txBox="1"/>
            <p:nvPr/>
          </p:nvSpPr>
          <p:spPr>
            <a:xfrm>
              <a:off x="9855200" y="2514599"/>
              <a:ext cx="508000" cy="584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0:15</a:t>
              </a:r>
            </a:p>
          </p:txBody>
        </p:sp>
        <p:sp>
          <p:nvSpPr>
            <p:cNvPr id="53" name="s2_52">
              <a:extLst>
                <a:ext uri="{FF2B5EF4-FFF2-40B4-BE49-F238E27FC236}">
                  <a16:creationId xmlns:a16="http://schemas.microsoft.com/office/drawing/2014/main" id="{A119CCAA-D3F7-D4D1-3A66-686B759E0276}"/>
                </a:ext>
              </a:extLst>
            </p:cNvPr>
            <p:cNvSpPr txBox="1"/>
            <p:nvPr/>
          </p:nvSpPr>
          <p:spPr>
            <a:xfrm>
              <a:off x="6654800" y="3251199"/>
              <a:ext cx="4572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500" i="1">
                  <a:solidFill>
                    <a:srgbClr val="A8A49C"/>
                  </a:solidFill>
                  <a:latin typeface="Sitka Text" pitchFamily="2" charset="0"/>
                </a:rPr>
                <a:t>“I’m free on Thursday… no no no, on Wednesday.”</a:t>
              </a:r>
            </a:p>
          </p:txBody>
        </p:sp>
        <p:sp>
          <p:nvSpPr>
            <p:cNvPr id="54" name="s2_53">
              <a:extLst>
                <a:ext uri="{FF2B5EF4-FFF2-40B4-BE49-F238E27FC236}">
                  <a16:creationId xmlns:a16="http://schemas.microsoft.com/office/drawing/2014/main" id="{8279F678-85BD-AF9F-2848-CCA324E1A6F3}"/>
                </a:ext>
              </a:extLst>
            </p:cNvPr>
            <p:cNvSpPr txBox="1"/>
            <p:nvPr/>
          </p:nvSpPr>
          <p:spPr>
            <a:xfrm>
              <a:off x="6654800" y="4368799"/>
              <a:ext cx="4572000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2100">
                  <a:solidFill>
                    <a:srgbClr val="F3F2EE"/>
                  </a:solidFill>
                  <a:latin typeface="Sitka Display" pitchFamily="2" charset="0"/>
                </a:rPr>
                <a:t>A slip: re-record, or send it anyway.</a:t>
              </a:r>
            </a:p>
          </p:txBody>
        </p:sp>
      </p:grpSp>
      <p:grpSp>
        <p:nvGrpSpPr>
          <p:cNvPr id="62" name="s2_61">
            <a:extLst>
              <a:ext uri="{FF2B5EF4-FFF2-40B4-BE49-F238E27FC236}">
                <a16:creationId xmlns:a16="http://schemas.microsoft.com/office/drawing/2014/main" id="{B83CD6B4-3B9C-430F-EE67-A334F7E31759}"/>
              </a:ext>
            </a:extLst>
          </p:cNvPr>
          <p:cNvGrpSpPr/>
          <p:nvPr/>
        </p:nvGrpSpPr>
        <p:grpSpPr>
          <a:xfrm>
            <a:off x="6654800" y="3733799"/>
            <a:ext cx="2504122" cy="381001"/>
            <a:chOff x="6654800" y="3733799"/>
            <a:chExt cx="2504122" cy="381001"/>
          </a:xfrm>
        </p:grpSpPr>
        <p:sp>
          <p:nvSpPr>
            <p:cNvPr id="57" name="s2_56">
              <a:extLst>
                <a:ext uri="{FF2B5EF4-FFF2-40B4-BE49-F238E27FC236}">
                  <a16:creationId xmlns:a16="http://schemas.microsoft.com/office/drawing/2014/main" id="{7B5BB7C2-D48F-FD84-BDB7-6AE6FA14C25F}"/>
                </a:ext>
              </a:extLst>
            </p:cNvPr>
            <p:cNvSpPr/>
            <p:nvPr/>
          </p:nvSpPr>
          <p:spPr>
            <a:xfrm>
              <a:off x="6654800" y="3733800"/>
              <a:ext cx="1074395" cy="381000"/>
            </a:xfrm>
            <a:prstGeom prst="roundRect">
              <a:avLst>
                <a:gd name="adj" fmla="val 50000"/>
              </a:avLst>
            </a:prstGeom>
            <a:noFill/>
            <a:ln w="12700" cap="flat" cmpd="sng" algn="ctr">
              <a:solidFill>
                <a:srgbClr val="75716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s2_57">
              <a:extLst>
                <a:ext uri="{FF2B5EF4-FFF2-40B4-BE49-F238E27FC236}">
                  <a16:creationId xmlns:a16="http://schemas.microsoft.com/office/drawing/2014/main" id="{BA93CE4F-EE0A-0669-F422-7CBCE1009E63}"/>
                </a:ext>
              </a:extLst>
            </p:cNvPr>
            <p:cNvSpPr txBox="1"/>
            <p:nvPr/>
          </p:nvSpPr>
          <p:spPr>
            <a:xfrm>
              <a:off x="6654800" y="3733799"/>
              <a:ext cx="1074395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250">
                  <a:solidFill>
                    <a:srgbClr val="A8A49C"/>
                  </a:solidFill>
                  <a:latin typeface="Segoe UI" panose="020B0502040204020203" pitchFamily="34" charset="0"/>
                </a:rPr>
                <a:t>Re-record</a:t>
              </a:r>
            </a:p>
          </p:txBody>
        </p:sp>
        <p:sp>
          <p:nvSpPr>
            <p:cNvPr id="60" name="s2_59">
              <a:extLst>
                <a:ext uri="{FF2B5EF4-FFF2-40B4-BE49-F238E27FC236}">
                  <a16:creationId xmlns:a16="http://schemas.microsoft.com/office/drawing/2014/main" id="{3E3287FA-402B-63A8-BB39-84E5C3EA9EFB}"/>
                </a:ext>
              </a:extLst>
            </p:cNvPr>
            <p:cNvSpPr/>
            <p:nvPr/>
          </p:nvSpPr>
          <p:spPr>
            <a:xfrm>
              <a:off x="7856195" y="3733800"/>
              <a:ext cx="1302727" cy="381000"/>
            </a:xfrm>
            <a:prstGeom prst="roundRect">
              <a:avLst>
                <a:gd name="adj" fmla="val 50000"/>
              </a:avLst>
            </a:prstGeom>
            <a:noFill/>
            <a:ln w="12700" cap="flat" cmpd="sng" algn="ctr">
              <a:solidFill>
                <a:srgbClr val="75716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s2_60">
              <a:extLst>
                <a:ext uri="{FF2B5EF4-FFF2-40B4-BE49-F238E27FC236}">
                  <a16:creationId xmlns:a16="http://schemas.microsoft.com/office/drawing/2014/main" id="{1B9ED50F-E38B-1B7E-E4FA-2C494BEFF973}"/>
                </a:ext>
              </a:extLst>
            </p:cNvPr>
            <p:cNvSpPr txBox="1"/>
            <p:nvPr/>
          </p:nvSpPr>
          <p:spPr>
            <a:xfrm>
              <a:off x="7856195" y="3733799"/>
              <a:ext cx="1302727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250">
                  <a:solidFill>
                    <a:srgbClr val="A8A49C"/>
                  </a:solidFill>
                  <a:latin typeface="Segoe UI" panose="020B0502040204020203" pitchFamily="34" charset="0"/>
                </a:rPr>
                <a:t>Send anyway</a:t>
              </a:r>
            </a:p>
          </p:txBody>
        </p:sp>
      </p:grpSp>
      <p:grpSp>
        <p:nvGrpSpPr>
          <p:cNvPr id="66" name="s2_65">
            <a:extLst>
              <a:ext uri="{FF2B5EF4-FFF2-40B4-BE49-F238E27FC236}">
                <a16:creationId xmlns:a16="http://schemas.microsoft.com/office/drawing/2014/main" id="{41C992C8-811A-BF34-04BC-8DF76645A0C7}"/>
              </a:ext>
            </a:extLst>
          </p:cNvPr>
          <p:cNvGrpSpPr/>
          <p:nvPr/>
        </p:nvGrpSpPr>
        <p:grpSpPr>
          <a:xfrm>
            <a:off x="711200" y="5308599"/>
            <a:ext cx="10109200" cy="1016001"/>
            <a:chOff x="711200" y="5308599"/>
            <a:chExt cx="10109200" cy="1016001"/>
          </a:xfrm>
        </p:grpSpPr>
        <p:sp>
          <p:nvSpPr>
            <p:cNvPr id="63" name="s2_62">
              <a:extLst>
                <a:ext uri="{FF2B5EF4-FFF2-40B4-BE49-F238E27FC236}">
                  <a16:creationId xmlns:a16="http://schemas.microsoft.com/office/drawing/2014/main" id="{2CD20015-8BD2-C873-7F58-20D269751C89}"/>
                </a:ext>
              </a:extLst>
            </p:cNvPr>
            <p:cNvSpPr txBox="1"/>
            <p:nvPr/>
          </p:nvSpPr>
          <p:spPr>
            <a:xfrm>
              <a:off x="711200" y="5308599"/>
              <a:ext cx="2540000" cy="711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4000">
                  <a:solidFill>
                    <a:srgbClr val="F3F2EE"/>
                  </a:solidFill>
                  <a:latin typeface="Segoe UI Light" panose="020B0502040204020203" pitchFamily="34" charset="0"/>
                </a:rPr>
                <a:t>7 billion</a:t>
              </a:r>
            </a:p>
          </p:txBody>
        </p:sp>
        <p:sp>
          <p:nvSpPr>
            <p:cNvPr id="64" name="s2_63">
              <a:extLst>
                <a:ext uri="{FF2B5EF4-FFF2-40B4-BE49-F238E27FC236}">
                  <a16:creationId xmlns:a16="http://schemas.microsoft.com/office/drawing/2014/main" id="{3275A132-393A-41CB-9D39-3CCA01CCA336}"/>
                </a:ext>
              </a:extLst>
            </p:cNvPr>
            <p:cNvSpPr txBox="1"/>
            <p:nvPr/>
          </p:nvSpPr>
          <p:spPr>
            <a:xfrm>
              <a:off x="3200400" y="5308599"/>
              <a:ext cx="7620000" cy="711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500">
                  <a:solidFill>
                    <a:srgbClr val="A8A49C"/>
                  </a:solidFill>
                  <a:latin typeface="Segoe UI" panose="020B0502040204020203" pitchFamily="34" charset="0"/>
                </a:rPr>
                <a:t>voice messages are sent on WhatsApp every day.</a:t>
              </a:r>
            </a:p>
            <a:p>
              <a:pPr>
                <a:lnSpc>
                  <a:spcPct val="110000"/>
                </a:lnSpc>
              </a:pPr>
              <a:r>
                <a:rPr lang="en-US" sz="1500">
                  <a:solidFill>
                    <a:srgbClr val="A8A49C"/>
                  </a:solidFill>
                  <a:latin typeface="Segoe UI" panose="020B0502040204020203" pitchFamily="34" charset="0"/>
                </a:rPr>
                <a:t>Every one of them is write-once.</a:t>
              </a:r>
            </a:p>
          </p:txBody>
        </p:sp>
        <p:sp>
          <p:nvSpPr>
            <p:cNvPr id="65" name="s2_64">
              <a:extLst>
                <a:ext uri="{FF2B5EF4-FFF2-40B4-BE49-F238E27FC236}">
                  <a16:creationId xmlns:a16="http://schemas.microsoft.com/office/drawing/2014/main" id="{AB8A0E96-9E94-3962-5976-0F5E87CF2077}"/>
                </a:ext>
              </a:extLst>
            </p:cNvPr>
            <p:cNvSpPr txBox="1"/>
            <p:nvPr/>
          </p:nvSpPr>
          <p:spPr>
            <a:xfrm>
              <a:off x="711200" y="6121400"/>
              <a:ext cx="50800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050">
                  <a:solidFill>
                    <a:srgbClr val="75716A"/>
                  </a:solidFill>
                  <a:latin typeface="Segoe UI" panose="020B0502040204020203" pitchFamily="34" charset="0"/>
                </a:rPr>
                <a:t>WhatsApp, March 2022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23994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_1">
            <a:extLst>
              <a:ext uri="{FF2B5EF4-FFF2-40B4-BE49-F238E27FC236}">
                <a16:creationId xmlns:a16="http://schemas.microsoft.com/office/drawing/2014/main" id="{452E7D4E-80FE-23AA-4ECF-7CF98F1C8C77}"/>
              </a:ext>
            </a:extLst>
          </p:cNvPr>
          <p:cNvSpPr txBox="1"/>
          <p:nvPr/>
        </p:nvSpPr>
        <p:spPr>
          <a:xfrm>
            <a:off x="914400" y="3429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LIVE DEMO</a:t>
            </a:r>
          </a:p>
        </p:txBody>
      </p:sp>
      <p:pic>
        <p:nvPicPr>
          <p:cNvPr id="3" name="s3_2">
            <a:hlinkClick r:id="" action="ppaction://media"/>
            <a:extLst>
              <a:ext uri="{FF2B5EF4-FFF2-40B4-BE49-F238E27FC236}">
                <a16:creationId xmlns:a16="http://schemas.microsoft.com/office/drawing/2014/main" id="{497E7F57-4A67-7A5C-C708-14C1CF2E331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14400" y="736600"/>
            <a:ext cx="10363200" cy="5829300"/>
          </a:xfrm>
          <a:prstGeom prst="rect">
            <a:avLst/>
          </a:prstGeom>
        </p:spPr>
      </p:pic>
      <p:grpSp>
        <p:nvGrpSpPr>
          <p:cNvPr id="14" name="s3_13">
            <a:extLst>
              <a:ext uri="{FF2B5EF4-FFF2-40B4-BE49-F238E27FC236}">
                <a16:creationId xmlns:a16="http://schemas.microsoft.com/office/drawing/2014/main" id="{FCB7BD46-93D3-504A-97B1-5FAF54610919}"/>
              </a:ext>
            </a:extLst>
          </p:cNvPr>
          <p:cNvGrpSpPr/>
          <p:nvPr/>
        </p:nvGrpSpPr>
        <p:grpSpPr>
          <a:xfrm>
            <a:off x="4890160" y="292099"/>
            <a:ext cx="1377695" cy="279400"/>
            <a:chOff x="4890160" y="292099"/>
            <a:chExt cx="1377695" cy="279400"/>
          </a:xfrm>
        </p:grpSpPr>
        <p:sp>
          <p:nvSpPr>
            <p:cNvPr id="8" name="s3_7">
              <a:extLst>
                <a:ext uri="{FF2B5EF4-FFF2-40B4-BE49-F238E27FC236}">
                  <a16:creationId xmlns:a16="http://schemas.microsoft.com/office/drawing/2014/main" id="{9704B43D-E0B1-1DC1-23C2-452827E3E50A}"/>
                </a:ext>
              </a:extLst>
            </p:cNvPr>
            <p:cNvSpPr/>
            <p:nvPr/>
          </p:nvSpPr>
          <p:spPr>
            <a:xfrm>
              <a:off x="4890160" y="3048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s3_8">
              <a:extLst>
                <a:ext uri="{FF2B5EF4-FFF2-40B4-BE49-F238E27FC236}">
                  <a16:creationId xmlns:a16="http://schemas.microsoft.com/office/drawing/2014/main" id="{38B24440-B9E3-1B09-BFAD-9125D28AD811}"/>
                </a:ext>
              </a:extLst>
            </p:cNvPr>
            <p:cNvSpPr txBox="1"/>
            <p:nvPr/>
          </p:nvSpPr>
          <p:spPr>
            <a:xfrm>
              <a:off x="4890160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1</a:t>
              </a:r>
            </a:p>
          </p:txBody>
        </p:sp>
        <p:sp>
          <p:nvSpPr>
            <p:cNvPr id="10" name="s3_9">
              <a:extLst>
                <a:ext uri="{FF2B5EF4-FFF2-40B4-BE49-F238E27FC236}">
                  <a16:creationId xmlns:a16="http://schemas.microsoft.com/office/drawing/2014/main" id="{1C925151-1F46-49CD-AA29-76065A81E530}"/>
                </a:ext>
              </a:extLst>
            </p:cNvPr>
            <p:cNvSpPr txBox="1"/>
            <p:nvPr/>
          </p:nvSpPr>
          <p:spPr>
            <a:xfrm>
              <a:off x="5258459" y="292099"/>
              <a:ext cx="1009396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75716A"/>
                  </a:solidFill>
                  <a:latin typeface="Segoe UI" panose="020B0502040204020203" pitchFamily="34" charset="0"/>
                </a:rPr>
                <a:t>Alt+` and talk</a:t>
              </a:r>
            </a:p>
          </p:txBody>
        </p:sp>
      </p:grpSp>
      <p:grpSp>
        <p:nvGrpSpPr>
          <p:cNvPr id="15" name="s3_14">
            <a:extLst>
              <a:ext uri="{FF2B5EF4-FFF2-40B4-BE49-F238E27FC236}">
                <a16:creationId xmlns:a16="http://schemas.microsoft.com/office/drawing/2014/main" id="{05238948-87DD-1A5D-3518-ECA5BA6E7599}"/>
              </a:ext>
            </a:extLst>
          </p:cNvPr>
          <p:cNvGrpSpPr/>
          <p:nvPr/>
        </p:nvGrpSpPr>
        <p:grpSpPr>
          <a:xfrm>
            <a:off x="4890160" y="292099"/>
            <a:ext cx="1377695" cy="279400"/>
            <a:chOff x="4890160" y="292099"/>
            <a:chExt cx="1377695" cy="279400"/>
          </a:xfrm>
        </p:grpSpPr>
        <p:sp>
          <p:nvSpPr>
            <p:cNvPr id="11" name="s3_10">
              <a:extLst>
                <a:ext uri="{FF2B5EF4-FFF2-40B4-BE49-F238E27FC236}">
                  <a16:creationId xmlns:a16="http://schemas.microsoft.com/office/drawing/2014/main" id="{A6D833BF-E330-9F6F-94D7-5E592D98C60E}"/>
                </a:ext>
              </a:extLst>
            </p:cNvPr>
            <p:cNvSpPr/>
            <p:nvPr/>
          </p:nvSpPr>
          <p:spPr>
            <a:xfrm>
              <a:off x="4890160" y="304800"/>
              <a:ext cx="254000" cy="254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s3_11">
              <a:extLst>
                <a:ext uri="{FF2B5EF4-FFF2-40B4-BE49-F238E27FC236}">
                  <a16:creationId xmlns:a16="http://schemas.microsoft.com/office/drawing/2014/main" id="{F2453A5A-4AD8-6AAE-BA1D-D9744B58DECE}"/>
                </a:ext>
              </a:extLst>
            </p:cNvPr>
            <p:cNvSpPr txBox="1"/>
            <p:nvPr/>
          </p:nvSpPr>
          <p:spPr>
            <a:xfrm>
              <a:off x="4890160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1</a:t>
              </a:r>
            </a:p>
          </p:txBody>
        </p:sp>
        <p:sp>
          <p:nvSpPr>
            <p:cNvPr id="13" name="s3_12">
              <a:extLst>
                <a:ext uri="{FF2B5EF4-FFF2-40B4-BE49-F238E27FC236}">
                  <a16:creationId xmlns:a16="http://schemas.microsoft.com/office/drawing/2014/main" id="{35BDBD44-2046-560E-3974-66379A51D6DD}"/>
                </a:ext>
              </a:extLst>
            </p:cNvPr>
            <p:cNvSpPr txBox="1"/>
            <p:nvPr/>
          </p:nvSpPr>
          <p:spPr>
            <a:xfrm>
              <a:off x="5258459" y="292099"/>
              <a:ext cx="1009396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Alt+` and talk</a:t>
              </a:r>
            </a:p>
          </p:txBody>
        </p:sp>
      </p:grpSp>
      <p:grpSp>
        <p:nvGrpSpPr>
          <p:cNvPr id="22" name="s3_21">
            <a:extLst>
              <a:ext uri="{FF2B5EF4-FFF2-40B4-BE49-F238E27FC236}">
                <a16:creationId xmlns:a16="http://schemas.microsoft.com/office/drawing/2014/main" id="{C7FAD377-7C4B-6579-7F2D-9A1B59A865C1}"/>
              </a:ext>
            </a:extLst>
          </p:cNvPr>
          <p:cNvGrpSpPr/>
          <p:nvPr/>
        </p:nvGrpSpPr>
        <p:grpSpPr>
          <a:xfrm>
            <a:off x="6547256" y="292099"/>
            <a:ext cx="1380389" cy="279400"/>
            <a:chOff x="6547256" y="292099"/>
            <a:chExt cx="1380389" cy="279400"/>
          </a:xfrm>
        </p:grpSpPr>
        <p:sp>
          <p:nvSpPr>
            <p:cNvPr id="16" name="s3_15">
              <a:extLst>
                <a:ext uri="{FF2B5EF4-FFF2-40B4-BE49-F238E27FC236}">
                  <a16:creationId xmlns:a16="http://schemas.microsoft.com/office/drawing/2014/main" id="{B7B058FB-2899-BB1B-D0F6-68DB3F1961AC}"/>
                </a:ext>
              </a:extLst>
            </p:cNvPr>
            <p:cNvSpPr/>
            <p:nvPr/>
          </p:nvSpPr>
          <p:spPr>
            <a:xfrm>
              <a:off x="6547256" y="3048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s3_16">
              <a:extLst>
                <a:ext uri="{FF2B5EF4-FFF2-40B4-BE49-F238E27FC236}">
                  <a16:creationId xmlns:a16="http://schemas.microsoft.com/office/drawing/2014/main" id="{90F6C07E-F800-BE8E-706B-6763B5746F61}"/>
                </a:ext>
              </a:extLst>
            </p:cNvPr>
            <p:cNvSpPr txBox="1"/>
            <p:nvPr/>
          </p:nvSpPr>
          <p:spPr>
            <a:xfrm>
              <a:off x="6547256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2</a:t>
              </a:r>
            </a:p>
          </p:txBody>
        </p:sp>
        <p:sp>
          <p:nvSpPr>
            <p:cNvPr id="18" name="s3_17">
              <a:extLst>
                <a:ext uri="{FF2B5EF4-FFF2-40B4-BE49-F238E27FC236}">
                  <a16:creationId xmlns:a16="http://schemas.microsoft.com/office/drawing/2014/main" id="{504B4654-F52F-EAE9-B2B8-9883CAB0D0D4}"/>
                </a:ext>
              </a:extLst>
            </p:cNvPr>
            <p:cNvSpPr txBox="1"/>
            <p:nvPr/>
          </p:nvSpPr>
          <p:spPr>
            <a:xfrm>
              <a:off x="6915556" y="292099"/>
              <a:ext cx="1012089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75716A"/>
                  </a:solidFill>
                  <a:latin typeface="Segoe UI" panose="020B0502040204020203" pitchFamily="34" charset="0"/>
                </a:rPr>
                <a:t>“Scratch that”</a:t>
              </a:r>
            </a:p>
          </p:txBody>
        </p:sp>
      </p:grpSp>
      <p:grpSp>
        <p:nvGrpSpPr>
          <p:cNvPr id="23" name="s3_22">
            <a:extLst>
              <a:ext uri="{FF2B5EF4-FFF2-40B4-BE49-F238E27FC236}">
                <a16:creationId xmlns:a16="http://schemas.microsoft.com/office/drawing/2014/main" id="{E85556F1-EFBA-2AEF-455E-99D0FCF4B3CE}"/>
              </a:ext>
            </a:extLst>
          </p:cNvPr>
          <p:cNvGrpSpPr/>
          <p:nvPr/>
        </p:nvGrpSpPr>
        <p:grpSpPr>
          <a:xfrm>
            <a:off x="6547256" y="292099"/>
            <a:ext cx="1380389" cy="279400"/>
            <a:chOff x="6547256" y="292099"/>
            <a:chExt cx="1380389" cy="279400"/>
          </a:xfrm>
        </p:grpSpPr>
        <p:sp>
          <p:nvSpPr>
            <p:cNvPr id="19" name="s3_18">
              <a:extLst>
                <a:ext uri="{FF2B5EF4-FFF2-40B4-BE49-F238E27FC236}">
                  <a16:creationId xmlns:a16="http://schemas.microsoft.com/office/drawing/2014/main" id="{8633C5E0-45EF-7EB3-E01E-2E37E81F545A}"/>
                </a:ext>
              </a:extLst>
            </p:cNvPr>
            <p:cNvSpPr/>
            <p:nvPr/>
          </p:nvSpPr>
          <p:spPr>
            <a:xfrm>
              <a:off x="6547256" y="304800"/>
              <a:ext cx="254000" cy="254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3_19">
              <a:extLst>
                <a:ext uri="{FF2B5EF4-FFF2-40B4-BE49-F238E27FC236}">
                  <a16:creationId xmlns:a16="http://schemas.microsoft.com/office/drawing/2014/main" id="{B259B607-987E-03E5-2264-90231FAE51B7}"/>
                </a:ext>
              </a:extLst>
            </p:cNvPr>
            <p:cNvSpPr txBox="1"/>
            <p:nvPr/>
          </p:nvSpPr>
          <p:spPr>
            <a:xfrm>
              <a:off x="6547256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2</a:t>
              </a:r>
            </a:p>
          </p:txBody>
        </p:sp>
        <p:sp>
          <p:nvSpPr>
            <p:cNvPr id="21" name="s3_20">
              <a:extLst>
                <a:ext uri="{FF2B5EF4-FFF2-40B4-BE49-F238E27FC236}">
                  <a16:creationId xmlns:a16="http://schemas.microsoft.com/office/drawing/2014/main" id="{DFC11815-E7FB-1290-9AC9-5C391FC7583E}"/>
                </a:ext>
              </a:extLst>
            </p:cNvPr>
            <p:cNvSpPr txBox="1"/>
            <p:nvPr/>
          </p:nvSpPr>
          <p:spPr>
            <a:xfrm>
              <a:off x="6915556" y="292099"/>
              <a:ext cx="1012089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“Scratch that”</a:t>
              </a:r>
            </a:p>
          </p:txBody>
        </p:sp>
      </p:grpSp>
      <p:grpSp>
        <p:nvGrpSpPr>
          <p:cNvPr id="30" name="s3_29">
            <a:extLst>
              <a:ext uri="{FF2B5EF4-FFF2-40B4-BE49-F238E27FC236}">
                <a16:creationId xmlns:a16="http://schemas.microsoft.com/office/drawing/2014/main" id="{9133E0C3-CFCD-4F2B-7D71-169C0D053893}"/>
              </a:ext>
            </a:extLst>
          </p:cNvPr>
          <p:cNvGrpSpPr/>
          <p:nvPr/>
        </p:nvGrpSpPr>
        <p:grpSpPr>
          <a:xfrm>
            <a:off x="8207045" y="292099"/>
            <a:ext cx="1199763" cy="279400"/>
            <a:chOff x="8207045" y="292099"/>
            <a:chExt cx="1199763" cy="279400"/>
          </a:xfrm>
        </p:grpSpPr>
        <p:sp>
          <p:nvSpPr>
            <p:cNvPr id="24" name="s3_23">
              <a:extLst>
                <a:ext uri="{FF2B5EF4-FFF2-40B4-BE49-F238E27FC236}">
                  <a16:creationId xmlns:a16="http://schemas.microsoft.com/office/drawing/2014/main" id="{E50F967A-DEAD-36B3-0E65-4462944B07CE}"/>
                </a:ext>
              </a:extLst>
            </p:cNvPr>
            <p:cNvSpPr/>
            <p:nvPr/>
          </p:nvSpPr>
          <p:spPr>
            <a:xfrm>
              <a:off x="8207045" y="3048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3_24">
              <a:extLst>
                <a:ext uri="{FF2B5EF4-FFF2-40B4-BE49-F238E27FC236}">
                  <a16:creationId xmlns:a16="http://schemas.microsoft.com/office/drawing/2014/main" id="{51A584F2-CDA3-0566-10E2-9D94C3017FAB}"/>
                </a:ext>
              </a:extLst>
            </p:cNvPr>
            <p:cNvSpPr txBox="1"/>
            <p:nvPr/>
          </p:nvSpPr>
          <p:spPr>
            <a:xfrm>
              <a:off x="8207045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3</a:t>
              </a:r>
            </a:p>
          </p:txBody>
        </p:sp>
        <p:sp>
          <p:nvSpPr>
            <p:cNvPr id="26" name="s3_25">
              <a:extLst>
                <a:ext uri="{FF2B5EF4-FFF2-40B4-BE49-F238E27FC236}">
                  <a16:creationId xmlns:a16="http://schemas.microsoft.com/office/drawing/2014/main" id="{7DDC5A88-A5A0-9708-77B7-17434A13CA6E}"/>
                </a:ext>
              </a:extLst>
            </p:cNvPr>
            <p:cNvSpPr txBox="1"/>
            <p:nvPr/>
          </p:nvSpPr>
          <p:spPr>
            <a:xfrm>
              <a:off x="8575345" y="292099"/>
              <a:ext cx="831463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75716A"/>
                  </a:solidFill>
                  <a:latin typeface="Segoe UI" panose="020B0502040204020203" pitchFamily="34" charset="0"/>
                </a:rPr>
                <a:t>Alt+` again</a:t>
              </a:r>
            </a:p>
          </p:txBody>
        </p:sp>
      </p:grpSp>
      <p:grpSp>
        <p:nvGrpSpPr>
          <p:cNvPr id="31" name="s3_30">
            <a:extLst>
              <a:ext uri="{FF2B5EF4-FFF2-40B4-BE49-F238E27FC236}">
                <a16:creationId xmlns:a16="http://schemas.microsoft.com/office/drawing/2014/main" id="{330021E0-7388-B5FA-D7B9-08B42D2C8FEE}"/>
              </a:ext>
            </a:extLst>
          </p:cNvPr>
          <p:cNvGrpSpPr/>
          <p:nvPr/>
        </p:nvGrpSpPr>
        <p:grpSpPr>
          <a:xfrm>
            <a:off x="8207045" y="292099"/>
            <a:ext cx="1199763" cy="279400"/>
            <a:chOff x="8207045" y="292099"/>
            <a:chExt cx="1199763" cy="279400"/>
          </a:xfrm>
        </p:grpSpPr>
        <p:sp>
          <p:nvSpPr>
            <p:cNvPr id="27" name="s3_26">
              <a:extLst>
                <a:ext uri="{FF2B5EF4-FFF2-40B4-BE49-F238E27FC236}">
                  <a16:creationId xmlns:a16="http://schemas.microsoft.com/office/drawing/2014/main" id="{819B1A4A-BAB0-FA5E-707A-4888B2630824}"/>
                </a:ext>
              </a:extLst>
            </p:cNvPr>
            <p:cNvSpPr/>
            <p:nvPr/>
          </p:nvSpPr>
          <p:spPr>
            <a:xfrm>
              <a:off x="8207045" y="304800"/>
              <a:ext cx="254000" cy="254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3_27">
              <a:extLst>
                <a:ext uri="{FF2B5EF4-FFF2-40B4-BE49-F238E27FC236}">
                  <a16:creationId xmlns:a16="http://schemas.microsoft.com/office/drawing/2014/main" id="{0B43600F-9A29-EC96-FE45-BD9035178A31}"/>
                </a:ext>
              </a:extLst>
            </p:cNvPr>
            <p:cNvSpPr txBox="1"/>
            <p:nvPr/>
          </p:nvSpPr>
          <p:spPr>
            <a:xfrm>
              <a:off x="8207045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3</a:t>
              </a:r>
            </a:p>
          </p:txBody>
        </p:sp>
        <p:sp>
          <p:nvSpPr>
            <p:cNvPr id="29" name="s3_28">
              <a:extLst>
                <a:ext uri="{FF2B5EF4-FFF2-40B4-BE49-F238E27FC236}">
                  <a16:creationId xmlns:a16="http://schemas.microsoft.com/office/drawing/2014/main" id="{42926EC1-B5E4-B931-60F1-02C4D5E9D50B}"/>
                </a:ext>
              </a:extLst>
            </p:cNvPr>
            <p:cNvSpPr txBox="1"/>
            <p:nvPr/>
          </p:nvSpPr>
          <p:spPr>
            <a:xfrm>
              <a:off x="8575345" y="292099"/>
              <a:ext cx="831463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Alt+` again</a:t>
              </a:r>
            </a:p>
          </p:txBody>
        </p:sp>
      </p:grpSp>
      <p:grpSp>
        <p:nvGrpSpPr>
          <p:cNvPr id="38" name="s3_37">
            <a:extLst>
              <a:ext uri="{FF2B5EF4-FFF2-40B4-BE49-F238E27FC236}">
                <a16:creationId xmlns:a16="http://schemas.microsoft.com/office/drawing/2014/main" id="{DF728A3D-BA56-5DC6-23C6-7BCBC51A3976}"/>
              </a:ext>
            </a:extLst>
          </p:cNvPr>
          <p:cNvGrpSpPr/>
          <p:nvPr/>
        </p:nvGrpSpPr>
        <p:grpSpPr>
          <a:xfrm>
            <a:off x="9686208" y="292099"/>
            <a:ext cx="1642191" cy="279400"/>
            <a:chOff x="9686208" y="292099"/>
            <a:chExt cx="1642191" cy="279400"/>
          </a:xfrm>
        </p:grpSpPr>
        <p:sp>
          <p:nvSpPr>
            <p:cNvPr id="32" name="s3_31">
              <a:extLst>
                <a:ext uri="{FF2B5EF4-FFF2-40B4-BE49-F238E27FC236}">
                  <a16:creationId xmlns:a16="http://schemas.microsoft.com/office/drawing/2014/main" id="{941F7583-020E-83E1-D68D-6C7010795301}"/>
                </a:ext>
              </a:extLst>
            </p:cNvPr>
            <p:cNvSpPr/>
            <p:nvPr/>
          </p:nvSpPr>
          <p:spPr>
            <a:xfrm>
              <a:off x="9686208" y="3048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3_32">
              <a:extLst>
                <a:ext uri="{FF2B5EF4-FFF2-40B4-BE49-F238E27FC236}">
                  <a16:creationId xmlns:a16="http://schemas.microsoft.com/office/drawing/2014/main" id="{7B62D2DC-175F-1D75-9759-2A66811E77CD}"/>
                </a:ext>
              </a:extLst>
            </p:cNvPr>
            <p:cNvSpPr txBox="1"/>
            <p:nvPr/>
          </p:nvSpPr>
          <p:spPr>
            <a:xfrm>
              <a:off x="9686208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4</a:t>
              </a:r>
            </a:p>
          </p:txBody>
        </p:sp>
        <p:sp>
          <p:nvSpPr>
            <p:cNvPr id="34" name="s3_33">
              <a:extLst>
                <a:ext uri="{FF2B5EF4-FFF2-40B4-BE49-F238E27FC236}">
                  <a16:creationId xmlns:a16="http://schemas.microsoft.com/office/drawing/2014/main" id="{471961E3-C968-C18C-6D49-EABE990F6370}"/>
                </a:ext>
              </a:extLst>
            </p:cNvPr>
            <p:cNvSpPr txBox="1"/>
            <p:nvPr/>
          </p:nvSpPr>
          <p:spPr>
            <a:xfrm>
              <a:off x="10054507" y="292099"/>
              <a:ext cx="1273892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75716A"/>
                  </a:solidFill>
                  <a:latin typeface="Segoe UI" panose="020B0502040204020203" pitchFamily="34" charset="0"/>
                </a:rPr>
                <a:t>Cleaned and sent</a:t>
              </a:r>
            </a:p>
          </p:txBody>
        </p:sp>
      </p:grpSp>
      <p:grpSp>
        <p:nvGrpSpPr>
          <p:cNvPr id="39" name="s3_38">
            <a:extLst>
              <a:ext uri="{FF2B5EF4-FFF2-40B4-BE49-F238E27FC236}">
                <a16:creationId xmlns:a16="http://schemas.microsoft.com/office/drawing/2014/main" id="{17F65BEF-0668-F709-D459-72F6215B8322}"/>
              </a:ext>
            </a:extLst>
          </p:cNvPr>
          <p:cNvGrpSpPr/>
          <p:nvPr/>
        </p:nvGrpSpPr>
        <p:grpSpPr>
          <a:xfrm>
            <a:off x="9686208" y="292099"/>
            <a:ext cx="1642191" cy="279400"/>
            <a:chOff x="9686208" y="292099"/>
            <a:chExt cx="1642191" cy="279400"/>
          </a:xfrm>
        </p:grpSpPr>
        <p:sp>
          <p:nvSpPr>
            <p:cNvPr id="35" name="s3_34">
              <a:extLst>
                <a:ext uri="{FF2B5EF4-FFF2-40B4-BE49-F238E27FC236}">
                  <a16:creationId xmlns:a16="http://schemas.microsoft.com/office/drawing/2014/main" id="{E728CF48-8A73-7C16-EBEC-D68740A6C26F}"/>
                </a:ext>
              </a:extLst>
            </p:cNvPr>
            <p:cNvSpPr/>
            <p:nvPr/>
          </p:nvSpPr>
          <p:spPr>
            <a:xfrm>
              <a:off x="9686208" y="304800"/>
              <a:ext cx="254000" cy="254000"/>
            </a:xfrm>
            <a:prstGeom prst="ellipse">
              <a:avLst/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s3_35">
              <a:extLst>
                <a:ext uri="{FF2B5EF4-FFF2-40B4-BE49-F238E27FC236}">
                  <a16:creationId xmlns:a16="http://schemas.microsoft.com/office/drawing/2014/main" id="{24B4D61B-BCBA-CD70-8235-E314D6EE37D1}"/>
                </a:ext>
              </a:extLst>
            </p:cNvPr>
            <p:cNvSpPr txBox="1"/>
            <p:nvPr/>
          </p:nvSpPr>
          <p:spPr>
            <a:xfrm>
              <a:off x="9686208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4</a:t>
              </a:r>
            </a:p>
          </p:txBody>
        </p:sp>
        <p:sp>
          <p:nvSpPr>
            <p:cNvPr id="37" name="s3_36">
              <a:extLst>
                <a:ext uri="{FF2B5EF4-FFF2-40B4-BE49-F238E27FC236}">
                  <a16:creationId xmlns:a16="http://schemas.microsoft.com/office/drawing/2014/main" id="{13832FF2-B52F-2487-2FDE-D8619F20F8DE}"/>
                </a:ext>
              </a:extLst>
            </p:cNvPr>
            <p:cNvSpPr txBox="1"/>
            <p:nvPr/>
          </p:nvSpPr>
          <p:spPr>
            <a:xfrm>
              <a:off x="10054507" y="292099"/>
              <a:ext cx="1273892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Cleaned and sent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29644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3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6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8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9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3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100000">
                <p:cTn id="24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>
            <a:extLst>
              <a:ext uri="{FF2B5EF4-FFF2-40B4-BE49-F238E27FC236}">
                <a16:creationId xmlns:a16="http://schemas.microsoft.com/office/drawing/2014/main" id="{6DE1B0F1-3F5C-D98F-F1A9-6CFB559E5A09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BEFORE</a:t>
            </a:r>
          </a:p>
        </p:txBody>
      </p:sp>
      <p:sp>
        <p:nvSpPr>
          <p:cNvPr id="3" name="!!transcript">
            <a:extLst>
              <a:ext uri="{FF2B5EF4-FFF2-40B4-BE49-F238E27FC236}">
                <a16:creationId xmlns:a16="http://schemas.microsoft.com/office/drawing/2014/main" id="{3C9C82CA-76C4-2D7B-ED3E-B12F9F1B9905}"/>
              </a:ext>
            </a:extLst>
          </p:cNvPr>
          <p:cNvSpPr txBox="1"/>
          <p:nvPr/>
        </p:nvSpPr>
        <p:spPr>
          <a:xfrm>
            <a:off x="711200" y="1168399"/>
            <a:ext cx="10769600" cy="330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600">
                <a:solidFill>
                  <a:srgbClr val="F3F2EE"/>
                </a:solidFill>
                <a:latin typeface="Sitka Text" pitchFamily="2" charset="0"/>
              </a:rPr>
              <a:t>Hey, Maya! So, about this weekend, um, I'll meet you on Monday, no wait, Wednesday at 5 at the cafe. And can you bring the, uh, the board game? Also, I talked to Jake and honestly he's being kind of annoying about the whole thing. Scratch that. Okay, see you then!</a:t>
            </a:r>
          </a:p>
        </p:txBody>
      </p:sp>
      <p:sp>
        <p:nvSpPr>
          <p:cNvPr id="4" name="!!b000">
            <a:extLst>
              <a:ext uri="{FF2B5EF4-FFF2-40B4-BE49-F238E27FC236}">
                <a16:creationId xmlns:a16="http://schemas.microsoft.com/office/drawing/2014/main" id="{37418229-1B3C-6178-518C-9A7D03C239C5}"/>
              </a:ext>
            </a:extLst>
          </p:cNvPr>
          <p:cNvSpPr/>
          <p:nvPr/>
        </p:nvSpPr>
        <p:spPr>
          <a:xfrm>
            <a:off x="723294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b001">
            <a:extLst>
              <a:ext uri="{FF2B5EF4-FFF2-40B4-BE49-F238E27FC236}">
                <a16:creationId xmlns:a16="http://schemas.microsoft.com/office/drawing/2014/main" id="{600B8E26-5EAD-26AB-1075-7B64B67EFA23}"/>
              </a:ext>
            </a:extLst>
          </p:cNvPr>
          <p:cNvSpPr/>
          <p:nvPr/>
        </p:nvSpPr>
        <p:spPr>
          <a:xfrm>
            <a:off x="777962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b002">
            <a:extLst>
              <a:ext uri="{FF2B5EF4-FFF2-40B4-BE49-F238E27FC236}">
                <a16:creationId xmlns:a16="http://schemas.microsoft.com/office/drawing/2014/main" id="{C6E033C5-34A8-3226-D7F6-D33B5151AC86}"/>
              </a:ext>
            </a:extLst>
          </p:cNvPr>
          <p:cNvSpPr/>
          <p:nvPr/>
        </p:nvSpPr>
        <p:spPr>
          <a:xfrm>
            <a:off x="83263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b003">
            <a:extLst>
              <a:ext uri="{FF2B5EF4-FFF2-40B4-BE49-F238E27FC236}">
                <a16:creationId xmlns:a16="http://schemas.microsoft.com/office/drawing/2014/main" id="{E88B3228-8A34-4EB4-7235-FAD955F13D8A}"/>
              </a:ext>
            </a:extLst>
          </p:cNvPr>
          <p:cNvSpPr/>
          <p:nvPr/>
        </p:nvSpPr>
        <p:spPr>
          <a:xfrm>
            <a:off x="887298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b004">
            <a:extLst>
              <a:ext uri="{FF2B5EF4-FFF2-40B4-BE49-F238E27FC236}">
                <a16:creationId xmlns:a16="http://schemas.microsoft.com/office/drawing/2014/main" id="{EE4B6998-5B0D-9DD3-CC41-36A60B211EA1}"/>
              </a:ext>
            </a:extLst>
          </p:cNvPr>
          <p:cNvSpPr/>
          <p:nvPr/>
        </p:nvSpPr>
        <p:spPr>
          <a:xfrm>
            <a:off x="941966" y="5026025"/>
            <a:ext cx="30480" cy="4635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b005">
            <a:extLst>
              <a:ext uri="{FF2B5EF4-FFF2-40B4-BE49-F238E27FC236}">
                <a16:creationId xmlns:a16="http://schemas.microsoft.com/office/drawing/2014/main" id="{E4B0AEC6-2A48-DBAE-B5C1-16788C69235E}"/>
              </a:ext>
            </a:extLst>
          </p:cNvPr>
          <p:cNvSpPr/>
          <p:nvPr/>
        </p:nvSpPr>
        <p:spPr>
          <a:xfrm>
            <a:off x="996634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b006">
            <a:extLst>
              <a:ext uri="{FF2B5EF4-FFF2-40B4-BE49-F238E27FC236}">
                <a16:creationId xmlns:a16="http://schemas.microsoft.com/office/drawing/2014/main" id="{AC0D5519-D128-EE06-4539-6E06A90B8A2A}"/>
              </a:ext>
            </a:extLst>
          </p:cNvPr>
          <p:cNvSpPr/>
          <p:nvPr/>
        </p:nvSpPr>
        <p:spPr>
          <a:xfrm>
            <a:off x="1051302" y="4980622"/>
            <a:ext cx="30480" cy="5543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b007">
            <a:extLst>
              <a:ext uri="{FF2B5EF4-FFF2-40B4-BE49-F238E27FC236}">
                <a16:creationId xmlns:a16="http://schemas.microsoft.com/office/drawing/2014/main" id="{B7C308D6-15E4-EE33-C56E-7B45014D52DB}"/>
              </a:ext>
            </a:extLst>
          </p:cNvPr>
          <p:cNvSpPr/>
          <p:nvPr/>
        </p:nvSpPr>
        <p:spPr>
          <a:xfrm>
            <a:off x="1105970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b008">
            <a:extLst>
              <a:ext uri="{FF2B5EF4-FFF2-40B4-BE49-F238E27FC236}">
                <a16:creationId xmlns:a16="http://schemas.microsoft.com/office/drawing/2014/main" id="{131FFEBB-7197-115A-E223-2B9F02621436}"/>
              </a:ext>
            </a:extLst>
          </p:cNvPr>
          <p:cNvSpPr/>
          <p:nvPr/>
        </p:nvSpPr>
        <p:spPr>
          <a:xfrm>
            <a:off x="1160638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b009">
            <a:extLst>
              <a:ext uri="{FF2B5EF4-FFF2-40B4-BE49-F238E27FC236}">
                <a16:creationId xmlns:a16="http://schemas.microsoft.com/office/drawing/2014/main" id="{583E05FF-081B-F9D6-364D-E5A31C1B8542}"/>
              </a:ext>
            </a:extLst>
          </p:cNvPr>
          <p:cNvSpPr/>
          <p:nvPr/>
        </p:nvSpPr>
        <p:spPr>
          <a:xfrm>
            <a:off x="1215306" y="4945063"/>
            <a:ext cx="30480" cy="6254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b010">
            <a:extLst>
              <a:ext uri="{FF2B5EF4-FFF2-40B4-BE49-F238E27FC236}">
                <a16:creationId xmlns:a16="http://schemas.microsoft.com/office/drawing/2014/main" id="{BFB29FE9-588A-47CB-A555-CB8F65157799}"/>
              </a:ext>
            </a:extLst>
          </p:cNvPr>
          <p:cNvSpPr/>
          <p:nvPr/>
        </p:nvSpPr>
        <p:spPr>
          <a:xfrm>
            <a:off x="1269974" y="4969828"/>
            <a:ext cx="30480" cy="5759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b011">
            <a:extLst>
              <a:ext uri="{FF2B5EF4-FFF2-40B4-BE49-F238E27FC236}">
                <a16:creationId xmlns:a16="http://schemas.microsoft.com/office/drawing/2014/main" id="{48294FCA-8670-7455-8EDF-7B1D6C448069}"/>
              </a:ext>
            </a:extLst>
          </p:cNvPr>
          <p:cNvSpPr/>
          <p:nvPr/>
        </p:nvSpPr>
        <p:spPr>
          <a:xfrm>
            <a:off x="1324642" y="5147628"/>
            <a:ext cx="30480" cy="2203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b012">
            <a:extLst>
              <a:ext uri="{FF2B5EF4-FFF2-40B4-BE49-F238E27FC236}">
                <a16:creationId xmlns:a16="http://schemas.microsoft.com/office/drawing/2014/main" id="{A05D5138-CD05-3AC6-08EF-30A380600B88}"/>
              </a:ext>
            </a:extLst>
          </p:cNvPr>
          <p:cNvSpPr/>
          <p:nvPr/>
        </p:nvSpPr>
        <p:spPr>
          <a:xfrm>
            <a:off x="137931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b013">
            <a:extLst>
              <a:ext uri="{FF2B5EF4-FFF2-40B4-BE49-F238E27FC236}">
                <a16:creationId xmlns:a16="http://schemas.microsoft.com/office/drawing/2014/main" id="{7C221D3D-3446-A11F-A04B-F2B0289C8B12}"/>
              </a:ext>
            </a:extLst>
          </p:cNvPr>
          <p:cNvSpPr/>
          <p:nvPr/>
        </p:nvSpPr>
        <p:spPr>
          <a:xfrm>
            <a:off x="1433978" y="5091113"/>
            <a:ext cx="30480" cy="3333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!!b014">
            <a:extLst>
              <a:ext uri="{FF2B5EF4-FFF2-40B4-BE49-F238E27FC236}">
                <a16:creationId xmlns:a16="http://schemas.microsoft.com/office/drawing/2014/main" id="{4DEC469E-886C-11EB-791C-EDFA3D03582C}"/>
              </a:ext>
            </a:extLst>
          </p:cNvPr>
          <p:cNvSpPr/>
          <p:nvPr/>
        </p:nvSpPr>
        <p:spPr>
          <a:xfrm>
            <a:off x="1488646" y="5023803"/>
            <a:ext cx="30480" cy="4679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!!b015">
            <a:extLst>
              <a:ext uri="{FF2B5EF4-FFF2-40B4-BE49-F238E27FC236}">
                <a16:creationId xmlns:a16="http://schemas.microsoft.com/office/drawing/2014/main" id="{D09C0069-D91A-59F7-E02E-7F6872437FED}"/>
              </a:ext>
            </a:extLst>
          </p:cNvPr>
          <p:cNvSpPr/>
          <p:nvPr/>
        </p:nvSpPr>
        <p:spPr>
          <a:xfrm>
            <a:off x="1543314" y="5001260"/>
            <a:ext cx="30480" cy="5130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!!b016">
            <a:extLst>
              <a:ext uri="{FF2B5EF4-FFF2-40B4-BE49-F238E27FC236}">
                <a16:creationId xmlns:a16="http://schemas.microsoft.com/office/drawing/2014/main" id="{CC9F1F62-2FD9-7FB3-AC08-0BDC61CD91C5}"/>
              </a:ext>
            </a:extLst>
          </p:cNvPr>
          <p:cNvSpPr/>
          <p:nvPr/>
        </p:nvSpPr>
        <p:spPr>
          <a:xfrm>
            <a:off x="1597982" y="5031422"/>
            <a:ext cx="30480" cy="4527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!!b017">
            <a:extLst>
              <a:ext uri="{FF2B5EF4-FFF2-40B4-BE49-F238E27FC236}">
                <a16:creationId xmlns:a16="http://schemas.microsoft.com/office/drawing/2014/main" id="{C2F1783E-E32F-413E-76BB-01D8F37D400C}"/>
              </a:ext>
            </a:extLst>
          </p:cNvPr>
          <p:cNvSpPr/>
          <p:nvPr/>
        </p:nvSpPr>
        <p:spPr>
          <a:xfrm>
            <a:off x="1652650" y="5006022"/>
            <a:ext cx="30480" cy="5035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!!b018">
            <a:extLst>
              <a:ext uri="{FF2B5EF4-FFF2-40B4-BE49-F238E27FC236}">
                <a16:creationId xmlns:a16="http://schemas.microsoft.com/office/drawing/2014/main" id="{BCD3B316-E883-424B-90D9-B05DB7E0B27C}"/>
              </a:ext>
            </a:extLst>
          </p:cNvPr>
          <p:cNvSpPr/>
          <p:nvPr/>
        </p:nvSpPr>
        <p:spPr>
          <a:xfrm>
            <a:off x="1707318" y="4980940"/>
            <a:ext cx="30480" cy="5537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!!b019">
            <a:extLst>
              <a:ext uri="{FF2B5EF4-FFF2-40B4-BE49-F238E27FC236}">
                <a16:creationId xmlns:a16="http://schemas.microsoft.com/office/drawing/2014/main" id="{A8AB2715-CF00-3D80-DD67-27FA0B36F4FC}"/>
              </a:ext>
            </a:extLst>
          </p:cNvPr>
          <p:cNvSpPr/>
          <p:nvPr/>
        </p:nvSpPr>
        <p:spPr>
          <a:xfrm>
            <a:off x="1761986" y="5115560"/>
            <a:ext cx="30480" cy="284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!!b020">
            <a:extLst>
              <a:ext uri="{FF2B5EF4-FFF2-40B4-BE49-F238E27FC236}">
                <a16:creationId xmlns:a16="http://schemas.microsoft.com/office/drawing/2014/main" id="{940A69B0-41BA-3578-6512-C4774B0E471B}"/>
              </a:ext>
            </a:extLst>
          </p:cNvPr>
          <p:cNvSpPr/>
          <p:nvPr/>
        </p:nvSpPr>
        <p:spPr>
          <a:xfrm>
            <a:off x="1816654" y="5026342"/>
            <a:ext cx="30480" cy="46291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!!b021">
            <a:extLst>
              <a:ext uri="{FF2B5EF4-FFF2-40B4-BE49-F238E27FC236}">
                <a16:creationId xmlns:a16="http://schemas.microsoft.com/office/drawing/2014/main" id="{92EC5E43-70E4-1105-C046-6061C8A3CEDD}"/>
              </a:ext>
            </a:extLst>
          </p:cNvPr>
          <p:cNvSpPr/>
          <p:nvPr/>
        </p:nvSpPr>
        <p:spPr>
          <a:xfrm>
            <a:off x="1871322" y="5056188"/>
            <a:ext cx="30480" cy="403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!!b022">
            <a:extLst>
              <a:ext uri="{FF2B5EF4-FFF2-40B4-BE49-F238E27FC236}">
                <a16:creationId xmlns:a16="http://schemas.microsoft.com/office/drawing/2014/main" id="{80D52C0D-5621-6AC6-2828-CB5E5A592752}"/>
              </a:ext>
            </a:extLst>
          </p:cNvPr>
          <p:cNvSpPr/>
          <p:nvPr/>
        </p:nvSpPr>
        <p:spPr>
          <a:xfrm>
            <a:off x="1925990" y="5008245"/>
            <a:ext cx="30480" cy="4991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!!b023">
            <a:extLst>
              <a:ext uri="{FF2B5EF4-FFF2-40B4-BE49-F238E27FC236}">
                <a16:creationId xmlns:a16="http://schemas.microsoft.com/office/drawing/2014/main" id="{4D48F555-75CD-3C9D-2C4A-98017D16A8D9}"/>
              </a:ext>
            </a:extLst>
          </p:cNvPr>
          <p:cNvSpPr/>
          <p:nvPr/>
        </p:nvSpPr>
        <p:spPr>
          <a:xfrm>
            <a:off x="1980659" y="5052378"/>
            <a:ext cx="30479" cy="4108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!!b024">
            <a:extLst>
              <a:ext uri="{FF2B5EF4-FFF2-40B4-BE49-F238E27FC236}">
                <a16:creationId xmlns:a16="http://schemas.microsoft.com/office/drawing/2014/main" id="{A150E14C-EC90-84CA-920E-6A3BBC2E1C20}"/>
              </a:ext>
            </a:extLst>
          </p:cNvPr>
          <p:cNvSpPr/>
          <p:nvPr/>
        </p:nvSpPr>
        <p:spPr>
          <a:xfrm>
            <a:off x="2035327" y="5017135"/>
            <a:ext cx="30479" cy="4813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!!b025">
            <a:extLst>
              <a:ext uri="{FF2B5EF4-FFF2-40B4-BE49-F238E27FC236}">
                <a16:creationId xmlns:a16="http://schemas.microsoft.com/office/drawing/2014/main" id="{978D7D7C-1690-D4A5-0701-3DC8D7DCF791}"/>
              </a:ext>
            </a:extLst>
          </p:cNvPr>
          <p:cNvSpPr/>
          <p:nvPr/>
        </p:nvSpPr>
        <p:spPr>
          <a:xfrm>
            <a:off x="2089995" y="5019040"/>
            <a:ext cx="30479" cy="4775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!!b026">
            <a:extLst>
              <a:ext uri="{FF2B5EF4-FFF2-40B4-BE49-F238E27FC236}">
                <a16:creationId xmlns:a16="http://schemas.microsoft.com/office/drawing/2014/main" id="{EC9C433A-0211-7029-66BA-85E0B21F7519}"/>
              </a:ext>
            </a:extLst>
          </p:cNvPr>
          <p:cNvSpPr/>
          <p:nvPr/>
        </p:nvSpPr>
        <p:spPr>
          <a:xfrm>
            <a:off x="2144663" y="5075238"/>
            <a:ext cx="30479" cy="3651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!!b027">
            <a:extLst>
              <a:ext uri="{FF2B5EF4-FFF2-40B4-BE49-F238E27FC236}">
                <a16:creationId xmlns:a16="http://schemas.microsoft.com/office/drawing/2014/main" id="{BCB21ADF-DD56-1AE5-6D31-27EE7996875C}"/>
              </a:ext>
            </a:extLst>
          </p:cNvPr>
          <p:cNvSpPr/>
          <p:nvPr/>
        </p:nvSpPr>
        <p:spPr>
          <a:xfrm>
            <a:off x="2199330" y="5222558"/>
            <a:ext cx="30480" cy="704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!!b028">
            <a:extLst>
              <a:ext uri="{FF2B5EF4-FFF2-40B4-BE49-F238E27FC236}">
                <a16:creationId xmlns:a16="http://schemas.microsoft.com/office/drawing/2014/main" id="{480A75AA-F291-E6EF-6F5D-F58AC5462A1D}"/>
              </a:ext>
            </a:extLst>
          </p:cNvPr>
          <p:cNvSpPr/>
          <p:nvPr/>
        </p:nvSpPr>
        <p:spPr>
          <a:xfrm>
            <a:off x="2253999" y="5235892"/>
            <a:ext cx="30480" cy="438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!!b029">
            <a:extLst>
              <a:ext uri="{FF2B5EF4-FFF2-40B4-BE49-F238E27FC236}">
                <a16:creationId xmlns:a16="http://schemas.microsoft.com/office/drawing/2014/main" id="{FD96F260-B79E-413A-2012-B038D262BD1F}"/>
              </a:ext>
            </a:extLst>
          </p:cNvPr>
          <p:cNvSpPr/>
          <p:nvPr/>
        </p:nvSpPr>
        <p:spPr>
          <a:xfrm>
            <a:off x="2308667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!!b030">
            <a:extLst>
              <a:ext uri="{FF2B5EF4-FFF2-40B4-BE49-F238E27FC236}">
                <a16:creationId xmlns:a16="http://schemas.microsoft.com/office/drawing/2014/main" id="{E59717C5-B958-8715-91C1-2949FEDACBB1}"/>
              </a:ext>
            </a:extLst>
          </p:cNvPr>
          <p:cNvSpPr/>
          <p:nvPr/>
        </p:nvSpPr>
        <p:spPr>
          <a:xfrm>
            <a:off x="2363335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!!b031">
            <a:extLst>
              <a:ext uri="{FF2B5EF4-FFF2-40B4-BE49-F238E27FC236}">
                <a16:creationId xmlns:a16="http://schemas.microsoft.com/office/drawing/2014/main" id="{74748AA0-06CF-F7A1-6DF6-B8B43805DF9F}"/>
              </a:ext>
            </a:extLst>
          </p:cNvPr>
          <p:cNvSpPr/>
          <p:nvPr/>
        </p:nvSpPr>
        <p:spPr>
          <a:xfrm>
            <a:off x="2418003" y="5041900"/>
            <a:ext cx="30480" cy="4318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!!b032">
            <a:extLst>
              <a:ext uri="{FF2B5EF4-FFF2-40B4-BE49-F238E27FC236}">
                <a16:creationId xmlns:a16="http://schemas.microsoft.com/office/drawing/2014/main" id="{928105FD-FD8F-E74C-F32C-651C5CA60FEE}"/>
              </a:ext>
            </a:extLst>
          </p:cNvPr>
          <p:cNvSpPr/>
          <p:nvPr/>
        </p:nvSpPr>
        <p:spPr>
          <a:xfrm>
            <a:off x="2472671" y="5013960"/>
            <a:ext cx="30480" cy="4876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!!b033">
            <a:extLst>
              <a:ext uri="{FF2B5EF4-FFF2-40B4-BE49-F238E27FC236}">
                <a16:creationId xmlns:a16="http://schemas.microsoft.com/office/drawing/2014/main" id="{8245A9C4-25C1-760E-EE64-474DD033CE00}"/>
              </a:ext>
            </a:extLst>
          </p:cNvPr>
          <p:cNvSpPr/>
          <p:nvPr/>
        </p:nvSpPr>
        <p:spPr>
          <a:xfrm>
            <a:off x="2527339" y="5015865"/>
            <a:ext cx="30480" cy="4838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!!b034">
            <a:extLst>
              <a:ext uri="{FF2B5EF4-FFF2-40B4-BE49-F238E27FC236}">
                <a16:creationId xmlns:a16="http://schemas.microsoft.com/office/drawing/2014/main" id="{22265A55-FC6B-3697-3E0C-4289B7618213}"/>
              </a:ext>
            </a:extLst>
          </p:cNvPr>
          <p:cNvSpPr/>
          <p:nvPr/>
        </p:nvSpPr>
        <p:spPr>
          <a:xfrm>
            <a:off x="2582007" y="5021580"/>
            <a:ext cx="30480" cy="4724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!!b035">
            <a:extLst>
              <a:ext uri="{FF2B5EF4-FFF2-40B4-BE49-F238E27FC236}">
                <a16:creationId xmlns:a16="http://schemas.microsoft.com/office/drawing/2014/main" id="{7C3BD6F2-7219-0711-2E9D-3037FD8B2688}"/>
              </a:ext>
            </a:extLst>
          </p:cNvPr>
          <p:cNvSpPr/>
          <p:nvPr/>
        </p:nvSpPr>
        <p:spPr>
          <a:xfrm>
            <a:off x="2636675" y="5056188"/>
            <a:ext cx="30480" cy="403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!!b036">
            <a:extLst>
              <a:ext uri="{FF2B5EF4-FFF2-40B4-BE49-F238E27FC236}">
                <a16:creationId xmlns:a16="http://schemas.microsoft.com/office/drawing/2014/main" id="{B75C8295-9A42-91C6-C80B-8B2F210C105F}"/>
              </a:ext>
            </a:extLst>
          </p:cNvPr>
          <p:cNvSpPr/>
          <p:nvPr/>
        </p:nvSpPr>
        <p:spPr>
          <a:xfrm>
            <a:off x="2691343" y="5224145"/>
            <a:ext cx="30480" cy="673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!!b037">
            <a:extLst>
              <a:ext uri="{FF2B5EF4-FFF2-40B4-BE49-F238E27FC236}">
                <a16:creationId xmlns:a16="http://schemas.microsoft.com/office/drawing/2014/main" id="{785A5DB3-F803-48B2-D7E5-1C098D78D349}"/>
              </a:ext>
            </a:extLst>
          </p:cNvPr>
          <p:cNvSpPr/>
          <p:nvPr/>
        </p:nvSpPr>
        <p:spPr>
          <a:xfrm>
            <a:off x="2746011" y="5016183"/>
            <a:ext cx="30480" cy="4832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!!b038">
            <a:extLst>
              <a:ext uri="{FF2B5EF4-FFF2-40B4-BE49-F238E27FC236}">
                <a16:creationId xmlns:a16="http://schemas.microsoft.com/office/drawing/2014/main" id="{4F85158B-90B2-1B0D-6B8B-B036F93FB06A}"/>
              </a:ext>
            </a:extLst>
          </p:cNvPr>
          <p:cNvSpPr/>
          <p:nvPr/>
        </p:nvSpPr>
        <p:spPr>
          <a:xfrm>
            <a:off x="2800679" y="4979988"/>
            <a:ext cx="30480" cy="5556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!!b039">
            <a:extLst>
              <a:ext uri="{FF2B5EF4-FFF2-40B4-BE49-F238E27FC236}">
                <a16:creationId xmlns:a16="http://schemas.microsoft.com/office/drawing/2014/main" id="{2EACB063-964C-8B86-76B9-0BA9BF435142}"/>
              </a:ext>
            </a:extLst>
          </p:cNvPr>
          <p:cNvSpPr/>
          <p:nvPr/>
        </p:nvSpPr>
        <p:spPr>
          <a:xfrm>
            <a:off x="2855347" y="4978717"/>
            <a:ext cx="30480" cy="5581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!!b040">
            <a:extLst>
              <a:ext uri="{FF2B5EF4-FFF2-40B4-BE49-F238E27FC236}">
                <a16:creationId xmlns:a16="http://schemas.microsoft.com/office/drawing/2014/main" id="{A091830F-6A47-DBD2-9EEF-8E46619AE821}"/>
              </a:ext>
            </a:extLst>
          </p:cNvPr>
          <p:cNvSpPr/>
          <p:nvPr/>
        </p:nvSpPr>
        <p:spPr>
          <a:xfrm>
            <a:off x="2910015" y="4972050"/>
            <a:ext cx="30480" cy="5715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!!b041">
            <a:extLst>
              <a:ext uri="{FF2B5EF4-FFF2-40B4-BE49-F238E27FC236}">
                <a16:creationId xmlns:a16="http://schemas.microsoft.com/office/drawing/2014/main" id="{89F1AF70-9CEB-6DD0-8CD2-C908A8047648}"/>
              </a:ext>
            </a:extLst>
          </p:cNvPr>
          <p:cNvSpPr/>
          <p:nvPr/>
        </p:nvSpPr>
        <p:spPr>
          <a:xfrm>
            <a:off x="2964683" y="5073650"/>
            <a:ext cx="30480" cy="3683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!!b042">
            <a:extLst>
              <a:ext uri="{FF2B5EF4-FFF2-40B4-BE49-F238E27FC236}">
                <a16:creationId xmlns:a16="http://schemas.microsoft.com/office/drawing/2014/main" id="{9488951C-1632-0DE7-A70E-671E8446D156}"/>
              </a:ext>
            </a:extLst>
          </p:cNvPr>
          <p:cNvSpPr/>
          <p:nvPr/>
        </p:nvSpPr>
        <p:spPr>
          <a:xfrm>
            <a:off x="3019351" y="4996180"/>
            <a:ext cx="30480" cy="5232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!!b043">
            <a:extLst>
              <a:ext uri="{FF2B5EF4-FFF2-40B4-BE49-F238E27FC236}">
                <a16:creationId xmlns:a16="http://schemas.microsoft.com/office/drawing/2014/main" id="{BC21E896-4138-781B-18E8-C814BD56AB4F}"/>
              </a:ext>
            </a:extLst>
          </p:cNvPr>
          <p:cNvSpPr/>
          <p:nvPr/>
        </p:nvSpPr>
        <p:spPr>
          <a:xfrm>
            <a:off x="3074019" y="4985703"/>
            <a:ext cx="30480" cy="5441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!!b044">
            <a:extLst>
              <a:ext uri="{FF2B5EF4-FFF2-40B4-BE49-F238E27FC236}">
                <a16:creationId xmlns:a16="http://schemas.microsoft.com/office/drawing/2014/main" id="{EAB861DD-9070-3288-167D-2350C17DB2D9}"/>
              </a:ext>
            </a:extLst>
          </p:cNvPr>
          <p:cNvSpPr/>
          <p:nvPr/>
        </p:nvSpPr>
        <p:spPr>
          <a:xfrm>
            <a:off x="3128687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!!b045">
            <a:extLst>
              <a:ext uri="{FF2B5EF4-FFF2-40B4-BE49-F238E27FC236}">
                <a16:creationId xmlns:a16="http://schemas.microsoft.com/office/drawing/2014/main" id="{6081CA6B-ED32-E2F4-14F6-0696D7A74EEF}"/>
              </a:ext>
            </a:extLst>
          </p:cNvPr>
          <p:cNvSpPr/>
          <p:nvPr/>
        </p:nvSpPr>
        <p:spPr>
          <a:xfrm>
            <a:off x="3183355" y="5004753"/>
            <a:ext cx="30480" cy="5060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!!b046">
            <a:extLst>
              <a:ext uri="{FF2B5EF4-FFF2-40B4-BE49-F238E27FC236}">
                <a16:creationId xmlns:a16="http://schemas.microsoft.com/office/drawing/2014/main" id="{79719E1D-A947-400C-42C6-43650E7F9457}"/>
              </a:ext>
            </a:extLst>
          </p:cNvPr>
          <p:cNvSpPr/>
          <p:nvPr/>
        </p:nvSpPr>
        <p:spPr>
          <a:xfrm>
            <a:off x="3238023" y="4973003"/>
            <a:ext cx="30480" cy="5695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!!b047">
            <a:extLst>
              <a:ext uri="{FF2B5EF4-FFF2-40B4-BE49-F238E27FC236}">
                <a16:creationId xmlns:a16="http://schemas.microsoft.com/office/drawing/2014/main" id="{2077A0AA-0B99-A3D3-9BF6-30650C11D1FE}"/>
              </a:ext>
            </a:extLst>
          </p:cNvPr>
          <p:cNvSpPr/>
          <p:nvPr/>
        </p:nvSpPr>
        <p:spPr>
          <a:xfrm>
            <a:off x="3292691" y="4974272"/>
            <a:ext cx="30480" cy="5670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!!b048">
            <a:extLst>
              <a:ext uri="{FF2B5EF4-FFF2-40B4-BE49-F238E27FC236}">
                <a16:creationId xmlns:a16="http://schemas.microsoft.com/office/drawing/2014/main" id="{42B5C201-EA8D-7D23-51E1-58466CA6E88E}"/>
              </a:ext>
            </a:extLst>
          </p:cNvPr>
          <p:cNvSpPr/>
          <p:nvPr/>
        </p:nvSpPr>
        <p:spPr>
          <a:xfrm>
            <a:off x="3347359" y="4985703"/>
            <a:ext cx="30480" cy="5441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!!b049">
            <a:extLst>
              <a:ext uri="{FF2B5EF4-FFF2-40B4-BE49-F238E27FC236}">
                <a16:creationId xmlns:a16="http://schemas.microsoft.com/office/drawing/2014/main" id="{D4F46A23-E047-4209-9DF4-6A9944140443}"/>
              </a:ext>
            </a:extLst>
          </p:cNvPr>
          <p:cNvSpPr/>
          <p:nvPr/>
        </p:nvSpPr>
        <p:spPr>
          <a:xfrm>
            <a:off x="3402027" y="4977130"/>
            <a:ext cx="30480" cy="5613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!!b050">
            <a:extLst>
              <a:ext uri="{FF2B5EF4-FFF2-40B4-BE49-F238E27FC236}">
                <a16:creationId xmlns:a16="http://schemas.microsoft.com/office/drawing/2014/main" id="{06C5D9A5-CF34-780A-E4CD-9DF1AC2A8FB1}"/>
              </a:ext>
            </a:extLst>
          </p:cNvPr>
          <p:cNvSpPr/>
          <p:nvPr/>
        </p:nvSpPr>
        <p:spPr>
          <a:xfrm>
            <a:off x="3456695" y="5011738"/>
            <a:ext cx="30480" cy="4921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!!b051">
            <a:extLst>
              <a:ext uri="{FF2B5EF4-FFF2-40B4-BE49-F238E27FC236}">
                <a16:creationId xmlns:a16="http://schemas.microsoft.com/office/drawing/2014/main" id="{A74CEEB5-CAE9-FAD6-0221-3B27A543EE63}"/>
              </a:ext>
            </a:extLst>
          </p:cNvPr>
          <p:cNvSpPr/>
          <p:nvPr/>
        </p:nvSpPr>
        <p:spPr>
          <a:xfrm>
            <a:off x="3511363" y="5012690"/>
            <a:ext cx="30480" cy="4902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!!b052">
            <a:extLst>
              <a:ext uri="{FF2B5EF4-FFF2-40B4-BE49-F238E27FC236}">
                <a16:creationId xmlns:a16="http://schemas.microsoft.com/office/drawing/2014/main" id="{3F07E458-AF4E-40A6-897C-47C3964B8764}"/>
              </a:ext>
            </a:extLst>
          </p:cNvPr>
          <p:cNvSpPr/>
          <p:nvPr/>
        </p:nvSpPr>
        <p:spPr>
          <a:xfrm>
            <a:off x="3566031" y="4981258"/>
            <a:ext cx="30480" cy="5530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!!b053">
            <a:extLst>
              <a:ext uri="{FF2B5EF4-FFF2-40B4-BE49-F238E27FC236}">
                <a16:creationId xmlns:a16="http://schemas.microsoft.com/office/drawing/2014/main" id="{9FDC175F-9C65-60B0-72A4-07AD8F9301C0}"/>
              </a:ext>
            </a:extLst>
          </p:cNvPr>
          <p:cNvSpPr/>
          <p:nvPr/>
        </p:nvSpPr>
        <p:spPr>
          <a:xfrm>
            <a:off x="3620699" y="4995863"/>
            <a:ext cx="30480" cy="5238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!!b054">
            <a:extLst>
              <a:ext uri="{FF2B5EF4-FFF2-40B4-BE49-F238E27FC236}">
                <a16:creationId xmlns:a16="http://schemas.microsoft.com/office/drawing/2014/main" id="{2263C1E9-3C06-C6B1-EBAF-7E363002A34D}"/>
              </a:ext>
            </a:extLst>
          </p:cNvPr>
          <p:cNvSpPr/>
          <p:nvPr/>
        </p:nvSpPr>
        <p:spPr>
          <a:xfrm>
            <a:off x="3675367" y="4973638"/>
            <a:ext cx="30480" cy="5683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!!b055">
            <a:extLst>
              <a:ext uri="{FF2B5EF4-FFF2-40B4-BE49-F238E27FC236}">
                <a16:creationId xmlns:a16="http://schemas.microsoft.com/office/drawing/2014/main" id="{34BA2537-DFEF-DBE4-83A5-B12188A32E19}"/>
              </a:ext>
            </a:extLst>
          </p:cNvPr>
          <p:cNvSpPr/>
          <p:nvPr/>
        </p:nvSpPr>
        <p:spPr>
          <a:xfrm>
            <a:off x="3730035" y="5024120"/>
            <a:ext cx="30480" cy="46736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!!b056">
            <a:extLst>
              <a:ext uri="{FF2B5EF4-FFF2-40B4-BE49-F238E27FC236}">
                <a16:creationId xmlns:a16="http://schemas.microsoft.com/office/drawing/2014/main" id="{83DBFE96-B376-19B5-3952-FAD2D055BA07}"/>
              </a:ext>
            </a:extLst>
          </p:cNvPr>
          <p:cNvSpPr/>
          <p:nvPr/>
        </p:nvSpPr>
        <p:spPr>
          <a:xfrm>
            <a:off x="3784703" y="5044758"/>
            <a:ext cx="30480" cy="4260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!!b057">
            <a:extLst>
              <a:ext uri="{FF2B5EF4-FFF2-40B4-BE49-F238E27FC236}">
                <a16:creationId xmlns:a16="http://schemas.microsoft.com/office/drawing/2014/main" id="{D017A45B-C6BB-BAC6-0AC0-CFDC9573F6D6}"/>
              </a:ext>
            </a:extLst>
          </p:cNvPr>
          <p:cNvSpPr/>
          <p:nvPr/>
        </p:nvSpPr>
        <p:spPr>
          <a:xfrm>
            <a:off x="3839371" y="4989513"/>
            <a:ext cx="30480" cy="5365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!!b058">
            <a:extLst>
              <a:ext uri="{FF2B5EF4-FFF2-40B4-BE49-F238E27FC236}">
                <a16:creationId xmlns:a16="http://schemas.microsoft.com/office/drawing/2014/main" id="{67BCCCC0-ED05-8882-0A95-26777520C7FF}"/>
              </a:ext>
            </a:extLst>
          </p:cNvPr>
          <p:cNvSpPr/>
          <p:nvPr/>
        </p:nvSpPr>
        <p:spPr>
          <a:xfrm>
            <a:off x="3894039" y="5003800"/>
            <a:ext cx="30480" cy="5080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!!b059">
            <a:extLst>
              <a:ext uri="{FF2B5EF4-FFF2-40B4-BE49-F238E27FC236}">
                <a16:creationId xmlns:a16="http://schemas.microsoft.com/office/drawing/2014/main" id="{480EC386-E3D6-5095-7F66-B13C236DE1FA}"/>
              </a:ext>
            </a:extLst>
          </p:cNvPr>
          <p:cNvSpPr/>
          <p:nvPr/>
        </p:nvSpPr>
        <p:spPr>
          <a:xfrm>
            <a:off x="3948707" y="5032375"/>
            <a:ext cx="30480" cy="4508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!!b060">
            <a:extLst>
              <a:ext uri="{FF2B5EF4-FFF2-40B4-BE49-F238E27FC236}">
                <a16:creationId xmlns:a16="http://schemas.microsoft.com/office/drawing/2014/main" id="{A27DD0AF-B62D-E445-9A41-DB5D394073AE}"/>
              </a:ext>
            </a:extLst>
          </p:cNvPr>
          <p:cNvSpPr/>
          <p:nvPr/>
        </p:nvSpPr>
        <p:spPr>
          <a:xfrm>
            <a:off x="4003375" y="4990147"/>
            <a:ext cx="30480" cy="53530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!!b061">
            <a:extLst>
              <a:ext uri="{FF2B5EF4-FFF2-40B4-BE49-F238E27FC236}">
                <a16:creationId xmlns:a16="http://schemas.microsoft.com/office/drawing/2014/main" id="{AB657223-F4CB-7292-71EA-34835E33CDA3}"/>
              </a:ext>
            </a:extLst>
          </p:cNvPr>
          <p:cNvSpPr/>
          <p:nvPr/>
        </p:nvSpPr>
        <p:spPr>
          <a:xfrm>
            <a:off x="4058043" y="5044758"/>
            <a:ext cx="30480" cy="4260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!!b062">
            <a:extLst>
              <a:ext uri="{FF2B5EF4-FFF2-40B4-BE49-F238E27FC236}">
                <a16:creationId xmlns:a16="http://schemas.microsoft.com/office/drawing/2014/main" id="{0A2DB957-189E-BA57-6708-17A6D48703CB}"/>
              </a:ext>
            </a:extLst>
          </p:cNvPr>
          <p:cNvSpPr/>
          <p:nvPr/>
        </p:nvSpPr>
        <p:spPr>
          <a:xfrm>
            <a:off x="4112711" y="5143183"/>
            <a:ext cx="30480" cy="2292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!!b063">
            <a:extLst>
              <a:ext uri="{FF2B5EF4-FFF2-40B4-BE49-F238E27FC236}">
                <a16:creationId xmlns:a16="http://schemas.microsoft.com/office/drawing/2014/main" id="{DD68A62A-5B0E-7BB6-BB68-822CAC49F47C}"/>
              </a:ext>
            </a:extLst>
          </p:cNvPr>
          <p:cNvSpPr/>
          <p:nvPr/>
        </p:nvSpPr>
        <p:spPr>
          <a:xfrm>
            <a:off x="4167379" y="4997767"/>
            <a:ext cx="30480" cy="5200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!!b064">
            <a:extLst>
              <a:ext uri="{FF2B5EF4-FFF2-40B4-BE49-F238E27FC236}">
                <a16:creationId xmlns:a16="http://schemas.microsoft.com/office/drawing/2014/main" id="{EF10A947-2D8B-F4AD-B0AE-3DCC87169B16}"/>
              </a:ext>
            </a:extLst>
          </p:cNvPr>
          <p:cNvSpPr/>
          <p:nvPr/>
        </p:nvSpPr>
        <p:spPr>
          <a:xfrm>
            <a:off x="4222047" y="4975860"/>
            <a:ext cx="30480" cy="5638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!!b065">
            <a:extLst>
              <a:ext uri="{FF2B5EF4-FFF2-40B4-BE49-F238E27FC236}">
                <a16:creationId xmlns:a16="http://schemas.microsoft.com/office/drawing/2014/main" id="{B7DD8C2D-928E-C72F-9E55-6FE47E89FF01}"/>
              </a:ext>
            </a:extLst>
          </p:cNvPr>
          <p:cNvSpPr/>
          <p:nvPr/>
        </p:nvSpPr>
        <p:spPr>
          <a:xfrm>
            <a:off x="4276715" y="4974590"/>
            <a:ext cx="30480" cy="5664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!!b066">
            <a:extLst>
              <a:ext uri="{FF2B5EF4-FFF2-40B4-BE49-F238E27FC236}">
                <a16:creationId xmlns:a16="http://schemas.microsoft.com/office/drawing/2014/main" id="{9CDF9186-BB1A-DC1B-5407-2B5F3C2546A1}"/>
              </a:ext>
            </a:extLst>
          </p:cNvPr>
          <p:cNvSpPr/>
          <p:nvPr/>
        </p:nvSpPr>
        <p:spPr>
          <a:xfrm>
            <a:off x="4331383" y="4993322"/>
            <a:ext cx="30480" cy="5289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!!b067">
            <a:extLst>
              <a:ext uri="{FF2B5EF4-FFF2-40B4-BE49-F238E27FC236}">
                <a16:creationId xmlns:a16="http://schemas.microsoft.com/office/drawing/2014/main" id="{459D7944-EAAF-3B70-1BCE-2A662631B5ED}"/>
              </a:ext>
            </a:extLst>
          </p:cNvPr>
          <p:cNvSpPr/>
          <p:nvPr/>
        </p:nvSpPr>
        <p:spPr>
          <a:xfrm>
            <a:off x="4386051" y="5055870"/>
            <a:ext cx="30480" cy="40386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!!b068">
            <a:extLst>
              <a:ext uri="{FF2B5EF4-FFF2-40B4-BE49-F238E27FC236}">
                <a16:creationId xmlns:a16="http://schemas.microsoft.com/office/drawing/2014/main" id="{AB21E225-79F8-6145-B15F-EEE16C33B882}"/>
              </a:ext>
            </a:extLst>
          </p:cNvPr>
          <p:cNvSpPr/>
          <p:nvPr/>
        </p:nvSpPr>
        <p:spPr>
          <a:xfrm>
            <a:off x="4440719" y="5148263"/>
            <a:ext cx="30480" cy="2190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!!b069">
            <a:extLst>
              <a:ext uri="{FF2B5EF4-FFF2-40B4-BE49-F238E27FC236}">
                <a16:creationId xmlns:a16="http://schemas.microsoft.com/office/drawing/2014/main" id="{5689DF12-47AB-299F-41B1-B0699AC3B971}"/>
              </a:ext>
            </a:extLst>
          </p:cNvPr>
          <p:cNvSpPr/>
          <p:nvPr/>
        </p:nvSpPr>
        <p:spPr>
          <a:xfrm>
            <a:off x="4495387" y="5073650"/>
            <a:ext cx="30480" cy="3683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!!b070">
            <a:extLst>
              <a:ext uri="{FF2B5EF4-FFF2-40B4-BE49-F238E27FC236}">
                <a16:creationId xmlns:a16="http://schemas.microsoft.com/office/drawing/2014/main" id="{617F6F95-33D6-C203-0159-81854513DFF8}"/>
              </a:ext>
            </a:extLst>
          </p:cNvPr>
          <p:cNvSpPr/>
          <p:nvPr/>
        </p:nvSpPr>
        <p:spPr>
          <a:xfrm>
            <a:off x="4550056" y="5070475"/>
            <a:ext cx="30480" cy="3746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!!b071">
            <a:extLst>
              <a:ext uri="{FF2B5EF4-FFF2-40B4-BE49-F238E27FC236}">
                <a16:creationId xmlns:a16="http://schemas.microsoft.com/office/drawing/2014/main" id="{EA4102F0-419E-F1AC-1936-300895FA4694}"/>
              </a:ext>
            </a:extLst>
          </p:cNvPr>
          <p:cNvSpPr/>
          <p:nvPr/>
        </p:nvSpPr>
        <p:spPr>
          <a:xfrm>
            <a:off x="4604724" y="5106670"/>
            <a:ext cx="30480" cy="30226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!!b072">
            <a:extLst>
              <a:ext uri="{FF2B5EF4-FFF2-40B4-BE49-F238E27FC236}">
                <a16:creationId xmlns:a16="http://schemas.microsoft.com/office/drawing/2014/main" id="{CEA0F91F-3C11-4D14-0A10-340F55593A33}"/>
              </a:ext>
            </a:extLst>
          </p:cNvPr>
          <p:cNvSpPr/>
          <p:nvPr/>
        </p:nvSpPr>
        <p:spPr>
          <a:xfrm>
            <a:off x="4659392" y="5015865"/>
            <a:ext cx="30479" cy="4838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!!b073">
            <a:extLst>
              <a:ext uri="{FF2B5EF4-FFF2-40B4-BE49-F238E27FC236}">
                <a16:creationId xmlns:a16="http://schemas.microsoft.com/office/drawing/2014/main" id="{9FDB02F1-E6DB-7FC4-38AC-CA223E5F55F6}"/>
              </a:ext>
            </a:extLst>
          </p:cNvPr>
          <p:cNvSpPr/>
          <p:nvPr/>
        </p:nvSpPr>
        <p:spPr>
          <a:xfrm>
            <a:off x="4714060" y="4997767"/>
            <a:ext cx="30479" cy="5200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!!b074">
            <a:extLst>
              <a:ext uri="{FF2B5EF4-FFF2-40B4-BE49-F238E27FC236}">
                <a16:creationId xmlns:a16="http://schemas.microsoft.com/office/drawing/2014/main" id="{9EAAA41A-0A60-7973-D45D-6442DC749696}"/>
              </a:ext>
            </a:extLst>
          </p:cNvPr>
          <p:cNvSpPr/>
          <p:nvPr/>
        </p:nvSpPr>
        <p:spPr>
          <a:xfrm>
            <a:off x="4768728" y="5138103"/>
            <a:ext cx="30479" cy="2393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!!b075">
            <a:extLst>
              <a:ext uri="{FF2B5EF4-FFF2-40B4-BE49-F238E27FC236}">
                <a16:creationId xmlns:a16="http://schemas.microsoft.com/office/drawing/2014/main" id="{1ED1244A-EF10-BE45-828D-14D327F05D0D}"/>
              </a:ext>
            </a:extLst>
          </p:cNvPr>
          <p:cNvSpPr/>
          <p:nvPr/>
        </p:nvSpPr>
        <p:spPr>
          <a:xfrm>
            <a:off x="4823396" y="5032692"/>
            <a:ext cx="30479" cy="4502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!!b076">
            <a:extLst>
              <a:ext uri="{FF2B5EF4-FFF2-40B4-BE49-F238E27FC236}">
                <a16:creationId xmlns:a16="http://schemas.microsoft.com/office/drawing/2014/main" id="{54BF45AD-A9E9-C4A2-2657-F4B48E117779}"/>
              </a:ext>
            </a:extLst>
          </p:cNvPr>
          <p:cNvSpPr/>
          <p:nvPr/>
        </p:nvSpPr>
        <p:spPr>
          <a:xfrm>
            <a:off x="4878063" y="5060633"/>
            <a:ext cx="30480" cy="3943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!!b077">
            <a:extLst>
              <a:ext uri="{FF2B5EF4-FFF2-40B4-BE49-F238E27FC236}">
                <a16:creationId xmlns:a16="http://schemas.microsoft.com/office/drawing/2014/main" id="{B98C7B8E-2C04-8966-4F42-8FC758848D6E}"/>
              </a:ext>
            </a:extLst>
          </p:cNvPr>
          <p:cNvSpPr/>
          <p:nvPr/>
        </p:nvSpPr>
        <p:spPr>
          <a:xfrm>
            <a:off x="4932731" y="5154613"/>
            <a:ext cx="30480" cy="2063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!!b078">
            <a:extLst>
              <a:ext uri="{FF2B5EF4-FFF2-40B4-BE49-F238E27FC236}">
                <a16:creationId xmlns:a16="http://schemas.microsoft.com/office/drawing/2014/main" id="{49833966-73CD-67B0-793B-7E920E3583EC}"/>
              </a:ext>
            </a:extLst>
          </p:cNvPr>
          <p:cNvSpPr/>
          <p:nvPr/>
        </p:nvSpPr>
        <p:spPr>
          <a:xfrm>
            <a:off x="4987399" y="5226050"/>
            <a:ext cx="30480" cy="635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!!b079">
            <a:extLst>
              <a:ext uri="{FF2B5EF4-FFF2-40B4-BE49-F238E27FC236}">
                <a16:creationId xmlns:a16="http://schemas.microsoft.com/office/drawing/2014/main" id="{6BAAE4AE-53C2-A0AB-60BF-B854C7E0CBAB}"/>
              </a:ext>
            </a:extLst>
          </p:cNvPr>
          <p:cNvSpPr/>
          <p:nvPr/>
        </p:nvSpPr>
        <p:spPr>
          <a:xfrm>
            <a:off x="5042067" y="5220335"/>
            <a:ext cx="30480" cy="749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!!b080">
            <a:extLst>
              <a:ext uri="{FF2B5EF4-FFF2-40B4-BE49-F238E27FC236}">
                <a16:creationId xmlns:a16="http://schemas.microsoft.com/office/drawing/2014/main" id="{FCB91EC5-3502-E4AC-84E1-E957588C6096}"/>
              </a:ext>
            </a:extLst>
          </p:cNvPr>
          <p:cNvSpPr/>
          <p:nvPr/>
        </p:nvSpPr>
        <p:spPr>
          <a:xfrm>
            <a:off x="5096736" y="5222875"/>
            <a:ext cx="30480" cy="698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!!b081">
            <a:extLst>
              <a:ext uri="{FF2B5EF4-FFF2-40B4-BE49-F238E27FC236}">
                <a16:creationId xmlns:a16="http://schemas.microsoft.com/office/drawing/2014/main" id="{355AE7A2-0D12-F074-2C28-DB2DA480CA71}"/>
              </a:ext>
            </a:extLst>
          </p:cNvPr>
          <p:cNvSpPr/>
          <p:nvPr/>
        </p:nvSpPr>
        <p:spPr>
          <a:xfrm>
            <a:off x="5151404" y="5230495"/>
            <a:ext cx="30480" cy="546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!!b082">
            <a:extLst>
              <a:ext uri="{FF2B5EF4-FFF2-40B4-BE49-F238E27FC236}">
                <a16:creationId xmlns:a16="http://schemas.microsoft.com/office/drawing/2014/main" id="{1492A280-F253-5D34-088D-8C886B6158BC}"/>
              </a:ext>
            </a:extLst>
          </p:cNvPr>
          <p:cNvSpPr/>
          <p:nvPr/>
        </p:nvSpPr>
        <p:spPr>
          <a:xfrm>
            <a:off x="5206072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!!b083">
            <a:extLst>
              <a:ext uri="{FF2B5EF4-FFF2-40B4-BE49-F238E27FC236}">
                <a16:creationId xmlns:a16="http://schemas.microsoft.com/office/drawing/2014/main" id="{9B4FC8F9-A348-5FC8-1219-DBEC771A3A03}"/>
              </a:ext>
            </a:extLst>
          </p:cNvPr>
          <p:cNvSpPr/>
          <p:nvPr/>
        </p:nvSpPr>
        <p:spPr>
          <a:xfrm>
            <a:off x="526074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!!b084">
            <a:extLst>
              <a:ext uri="{FF2B5EF4-FFF2-40B4-BE49-F238E27FC236}">
                <a16:creationId xmlns:a16="http://schemas.microsoft.com/office/drawing/2014/main" id="{6B3B1688-14D5-69B0-1E7A-6071D13566CC}"/>
              </a:ext>
            </a:extLst>
          </p:cNvPr>
          <p:cNvSpPr/>
          <p:nvPr/>
        </p:nvSpPr>
        <p:spPr>
          <a:xfrm>
            <a:off x="5315408" y="5029835"/>
            <a:ext cx="30480" cy="4559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!!b085">
            <a:extLst>
              <a:ext uri="{FF2B5EF4-FFF2-40B4-BE49-F238E27FC236}">
                <a16:creationId xmlns:a16="http://schemas.microsoft.com/office/drawing/2014/main" id="{825B5DCC-A889-28E6-A4BF-BDB4F185786C}"/>
              </a:ext>
            </a:extLst>
          </p:cNvPr>
          <p:cNvSpPr/>
          <p:nvPr/>
        </p:nvSpPr>
        <p:spPr>
          <a:xfrm>
            <a:off x="5370076" y="5103813"/>
            <a:ext cx="30480" cy="3079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!!b086">
            <a:extLst>
              <a:ext uri="{FF2B5EF4-FFF2-40B4-BE49-F238E27FC236}">
                <a16:creationId xmlns:a16="http://schemas.microsoft.com/office/drawing/2014/main" id="{68C347BE-5DEE-E42F-98C4-721C1378DCD5}"/>
              </a:ext>
            </a:extLst>
          </p:cNvPr>
          <p:cNvSpPr/>
          <p:nvPr/>
        </p:nvSpPr>
        <p:spPr>
          <a:xfrm>
            <a:off x="5424744" y="5003165"/>
            <a:ext cx="30480" cy="5092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!!b087">
            <a:extLst>
              <a:ext uri="{FF2B5EF4-FFF2-40B4-BE49-F238E27FC236}">
                <a16:creationId xmlns:a16="http://schemas.microsoft.com/office/drawing/2014/main" id="{E59C4135-1DB2-D207-2469-051168530986}"/>
              </a:ext>
            </a:extLst>
          </p:cNvPr>
          <p:cNvSpPr/>
          <p:nvPr/>
        </p:nvSpPr>
        <p:spPr>
          <a:xfrm>
            <a:off x="5479412" y="5009833"/>
            <a:ext cx="30480" cy="4959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!!b088">
            <a:extLst>
              <a:ext uri="{FF2B5EF4-FFF2-40B4-BE49-F238E27FC236}">
                <a16:creationId xmlns:a16="http://schemas.microsoft.com/office/drawing/2014/main" id="{C7C2C26B-1D20-5971-44A4-2914A6FDCDE4}"/>
              </a:ext>
            </a:extLst>
          </p:cNvPr>
          <p:cNvSpPr/>
          <p:nvPr/>
        </p:nvSpPr>
        <p:spPr>
          <a:xfrm>
            <a:off x="5534080" y="5026342"/>
            <a:ext cx="30480" cy="46291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!!b089">
            <a:extLst>
              <a:ext uri="{FF2B5EF4-FFF2-40B4-BE49-F238E27FC236}">
                <a16:creationId xmlns:a16="http://schemas.microsoft.com/office/drawing/2014/main" id="{A33A9EE0-AFD5-3EF8-D02A-1E5A437BD27F}"/>
              </a:ext>
            </a:extLst>
          </p:cNvPr>
          <p:cNvSpPr/>
          <p:nvPr/>
        </p:nvSpPr>
        <p:spPr>
          <a:xfrm>
            <a:off x="5588748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!!b090">
            <a:extLst>
              <a:ext uri="{FF2B5EF4-FFF2-40B4-BE49-F238E27FC236}">
                <a16:creationId xmlns:a16="http://schemas.microsoft.com/office/drawing/2014/main" id="{F39C26CD-A9F4-4F3E-7F55-52A3BCE92D3C}"/>
              </a:ext>
            </a:extLst>
          </p:cNvPr>
          <p:cNvSpPr/>
          <p:nvPr/>
        </p:nvSpPr>
        <p:spPr>
          <a:xfrm>
            <a:off x="5643416" y="4996815"/>
            <a:ext cx="30480" cy="5219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!!b091">
            <a:extLst>
              <a:ext uri="{FF2B5EF4-FFF2-40B4-BE49-F238E27FC236}">
                <a16:creationId xmlns:a16="http://schemas.microsoft.com/office/drawing/2014/main" id="{183AC85E-D346-AF0B-00CF-349AFD093F51}"/>
              </a:ext>
            </a:extLst>
          </p:cNvPr>
          <p:cNvSpPr/>
          <p:nvPr/>
        </p:nvSpPr>
        <p:spPr>
          <a:xfrm>
            <a:off x="5698084" y="5010150"/>
            <a:ext cx="30480" cy="4953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!!b092">
            <a:extLst>
              <a:ext uri="{FF2B5EF4-FFF2-40B4-BE49-F238E27FC236}">
                <a16:creationId xmlns:a16="http://schemas.microsoft.com/office/drawing/2014/main" id="{968D565B-EB17-899B-53B3-39D39ED43605}"/>
              </a:ext>
            </a:extLst>
          </p:cNvPr>
          <p:cNvSpPr/>
          <p:nvPr/>
        </p:nvSpPr>
        <p:spPr>
          <a:xfrm>
            <a:off x="5752752" y="5009197"/>
            <a:ext cx="30480" cy="49720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!!b093">
            <a:extLst>
              <a:ext uri="{FF2B5EF4-FFF2-40B4-BE49-F238E27FC236}">
                <a16:creationId xmlns:a16="http://schemas.microsoft.com/office/drawing/2014/main" id="{C5EFC789-4478-460B-382D-55BA8221E1F7}"/>
              </a:ext>
            </a:extLst>
          </p:cNvPr>
          <p:cNvSpPr/>
          <p:nvPr/>
        </p:nvSpPr>
        <p:spPr>
          <a:xfrm>
            <a:off x="5807420" y="5009515"/>
            <a:ext cx="30480" cy="4965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!!b094">
            <a:extLst>
              <a:ext uri="{FF2B5EF4-FFF2-40B4-BE49-F238E27FC236}">
                <a16:creationId xmlns:a16="http://schemas.microsoft.com/office/drawing/2014/main" id="{72DCB5DB-D254-D43A-C644-A11DC96A5AC2}"/>
              </a:ext>
            </a:extLst>
          </p:cNvPr>
          <p:cNvSpPr/>
          <p:nvPr/>
        </p:nvSpPr>
        <p:spPr>
          <a:xfrm>
            <a:off x="5862088" y="5006340"/>
            <a:ext cx="30480" cy="5029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!!b095">
            <a:extLst>
              <a:ext uri="{FF2B5EF4-FFF2-40B4-BE49-F238E27FC236}">
                <a16:creationId xmlns:a16="http://schemas.microsoft.com/office/drawing/2014/main" id="{22C06F98-7DB3-CD1D-8E8E-6616FBF6368B}"/>
              </a:ext>
            </a:extLst>
          </p:cNvPr>
          <p:cNvSpPr/>
          <p:nvPr/>
        </p:nvSpPr>
        <p:spPr>
          <a:xfrm>
            <a:off x="5916756" y="5013960"/>
            <a:ext cx="30480" cy="4876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!!b096">
            <a:extLst>
              <a:ext uri="{FF2B5EF4-FFF2-40B4-BE49-F238E27FC236}">
                <a16:creationId xmlns:a16="http://schemas.microsoft.com/office/drawing/2014/main" id="{35C1A3C3-1E22-60E7-3412-9AB86D4FBCB8}"/>
              </a:ext>
            </a:extLst>
          </p:cNvPr>
          <p:cNvSpPr/>
          <p:nvPr/>
        </p:nvSpPr>
        <p:spPr>
          <a:xfrm>
            <a:off x="5971424" y="5060950"/>
            <a:ext cx="30480" cy="3937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!!b097">
            <a:extLst>
              <a:ext uri="{FF2B5EF4-FFF2-40B4-BE49-F238E27FC236}">
                <a16:creationId xmlns:a16="http://schemas.microsoft.com/office/drawing/2014/main" id="{75514C86-3F87-6DAE-B47F-17A1E3F00FD7}"/>
              </a:ext>
            </a:extLst>
          </p:cNvPr>
          <p:cNvSpPr/>
          <p:nvPr/>
        </p:nvSpPr>
        <p:spPr>
          <a:xfrm>
            <a:off x="6026092" y="5124133"/>
            <a:ext cx="30480" cy="2673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!!b098">
            <a:extLst>
              <a:ext uri="{FF2B5EF4-FFF2-40B4-BE49-F238E27FC236}">
                <a16:creationId xmlns:a16="http://schemas.microsoft.com/office/drawing/2014/main" id="{D173EFA5-797F-F22A-DE3B-6956D30BDED7}"/>
              </a:ext>
            </a:extLst>
          </p:cNvPr>
          <p:cNvSpPr/>
          <p:nvPr/>
        </p:nvSpPr>
        <p:spPr>
          <a:xfrm>
            <a:off x="6080760" y="5213350"/>
            <a:ext cx="30480" cy="889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!!b099">
            <a:extLst>
              <a:ext uri="{FF2B5EF4-FFF2-40B4-BE49-F238E27FC236}">
                <a16:creationId xmlns:a16="http://schemas.microsoft.com/office/drawing/2014/main" id="{63BA6608-59E3-89B1-2C91-66DD2435B144}"/>
              </a:ext>
            </a:extLst>
          </p:cNvPr>
          <p:cNvSpPr/>
          <p:nvPr/>
        </p:nvSpPr>
        <p:spPr>
          <a:xfrm>
            <a:off x="6135428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!!b100">
            <a:extLst>
              <a:ext uri="{FF2B5EF4-FFF2-40B4-BE49-F238E27FC236}">
                <a16:creationId xmlns:a16="http://schemas.microsoft.com/office/drawing/2014/main" id="{A28C0A76-5389-B13F-D7C7-55F39619B85D}"/>
              </a:ext>
            </a:extLst>
          </p:cNvPr>
          <p:cNvSpPr/>
          <p:nvPr/>
        </p:nvSpPr>
        <p:spPr>
          <a:xfrm>
            <a:off x="6190096" y="5108892"/>
            <a:ext cx="30480" cy="2978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!!b101">
            <a:extLst>
              <a:ext uri="{FF2B5EF4-FFF2-40B4-BE49-F238E27FC236}">
                <a16:creationId xmlns:a16="http://schemas.microsoft.com/office/drawing/2014/main" id="{345FF8ED-4F8E-E82D-FCEA-50EDCF6D584F}"/>
              </a:ext>
            </a:extLst>
          </p:cNvPr>
          <p:cNvSpPr/>
          <p:nvPr/>
        </p:nvSpPr>
        <p:spPr>
          <a:xfrm>
            <a:off x="6244764" y="5039042"/>
            <a:ext cx="30480" cy="4375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!!b102">
            <a:extLst>
              <a:ext uri="{FF2B5EF4-FFF2-40B4-BE49-F238E27FC236}">
                <a16:creationId xmlns:a16="http://schemas.microsoft.com/office/drawing/2014/main" id="{505F54ED-FF5A-D480-A254-D9D1EA75D03B}"/>
              </a:ext>
            </a:extLst>
          </p:cNvPr>
          <p:cNvSpPr/>
          <p:nvPr/>
        </p:nvSpPr>
        <p:spPr>
          <a:xfrm>
            <a:off x="6299432" y="5055235"/>
            <a:ext cx="30480" cy="4051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!!b103">
            <a:extLst>
              <a:ext uri="{FF2B5EF4-FFF2-40B4-BE49-F238E27FC236}">
                <a16:creationId xmlns:a16="http://schemas.microsoft.com/office/drawing/2014/main" id="{2A31B89D-1C31-7DD9-8B51-9CF973D72CBA}"/>
              </a:ext>
            </a:extLst>
          </p:cNvPr>
          <p:cNvSpPr/>
          <p:nvPr/>
        </p:nvSpPr>
        <p:spPr>
          <a:xfrm>
            <a:off x="6354100" y="5042217"/>
            <a:ext cx="30480" cy="4311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!!b104">
            <a:extLst>
              <a:ext uri="{FF2B5EF4-FFF2-40B4-BE49-F238E27FC236}">
                <a16:creationId xmlns:a16="http://schemas.microsoft.com/office/drawing/2014/main" id="{EB46C567-C13E-77B0-7302-8D1EB27BFB28}"/>
              </a:ext>
            </a:extLst>
          </p:cNvPr>
          <p:cNvSpPr/>
          <p:nvPr/>
        </p:nvSpPr>
        <p:spPr>
          <a:xfrm>
            <a:off x="6408768" y="5080000"/>
            <a:ext cx="30480" cy="3556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!!b105">
            <a:extLst>
              <a:ext uri="{FF2B5EF4-FFF2-40B4-BE49-F238E27FC236}">
                <a16:creationId xmlns:a16="http://schemas.microsoft.com/office/drawing/2014/main" id="{DFB64E52-0694-E631-5EBA-4846983CBBE7}"/>
              </a:ext>
            </a:extLst>
          </p:cNvPr>
          <p:cNvSpPr/>
          <p:nvPr/>
        </p:nvSpPr>
        <p:spPr>
          <a:xfrm>
            <a:off x="6463436" y="5006340"/>
            <a:ext cx="30480" cy="5029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!!b106">
            <a:extLst>
              <a:ext uri="{FF2B5EF4-FFF2-40B4-BE49-F238E27FC236}">
                <a16:creationId xmlns:a16="http://schemas.microsoft.com/office/drawing/2014/main" id="{469D349D-9CE4-48F9-FC06-C01CEDA8AA41}"/>
              </a:ext>
            </a:extLst>
          </p:cNvPr>
          <p:cNvSpPr/>
          <p:nvPr/>
        </p:nvSpPr>
        <p:spPr>
          <a:xfrm>
            <a:off x="6518104" y="4985703"/>
            <a:ext cx="30481" cy="5441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!!b107">
            <a:extLst>
              <a:ext uri="{FF2B5EF4-FFF2-40B4-BE49-F238E27FC236}">
                <a16:creationId xmlns:a16="http://schemas.microsoft.com/office/drawing/2014/main" id="{73A62C69-B024-441C-2D8D-79FCDFA65140}"/>
              </a:ext>
            </a:extLst>
          </p:cNvPr>
          <p:cNvSpPr/>
          <p:nvPr/>
        </p:nvSpPr>
        <p:spPr>
          <a:xfrm>
            <a:off x="6572772" y="5035550"/>
            <a:ext cx="30481" cy="4445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!!b108">
            <a:extLst>
              <a:ext uri="{FF2B5EF4-FFF2-40B4-BE49-F238E27FC236}">
                <a16:creationId xmlns:a16="http://schemas.microsoft.com/office/drawing/2014/main" id="{E9CF1DC4-E5E0-9BE4-8FFC-3BADE2AAAF99}"/>
              </a:ext>
            </a:extLst>
          </p:cNvPr>
          <p:cNvSpPr/>
          <p:nvPr/>
        </p:nvSpPr>
        <p:spPr>
          <a:xfrm>
            <a:off x="6627440" y="5016817"/>
            <a:ext cx="30481" cy="4819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!!b109">
            <a:extLst>
              <a:ext uri="{FF2B5EF4-FFF2-40B4-BE49-F238E27FC236}">
                <a16:creationId xmlns:a16="http://schemas.microsoft.com/office/drawing/2014/main" id="{C4B2BFD9-7428-0087-E76D-1C14F7B0DE2D}"/>
              </a:ext>
            </a:extLst>
          </p:cNvPr>
          <p:cNvSpPr/>
          <p:nvPr/>
        </p:nvSpPr>
        <p:spPr>
          <a:xfrm>
            <a:off x="6682108" y="4995863"/>
            <a:ext cx="30481" cy="5238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!!b110">
            <a:extLst>
              <a:ext uri="{FF2B5EF4-FFF2-40B4-BE49-F238E27FC236}">
                <a16:creationId xmlns:a16="http://schemas.microsoft.com/office/drawing/2014/main" id="{06B059D8-35E1-B6BE-3F56-F2E26A6CA0C9}"/>
              </a:ext>
            </a:extLst>
          </p:cNvPr>
          <p:cNvSpPr/>
          <p:nvPr/>
        </p:nvSpPr>
        <p:spPr>
          <a:xfrm>
            <a:off x="6736776" y="5010150"/>
            <a:ext cx="30481" cy="4953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!!b111">
            <a:extLst>
              <a:ext uri="{FF2B5EF4-FFF2-40B4-BE49-F238E27FC236}">
                <a16:creationId xmlns:a16="http://schemas.microsoft.com/office/drawing/2014/main" id="{D7BFF195-6E5F-736A-96FF-D2E87E902CE3}"/>
              </a:ext>
            </a:extLst>
          </p:cNvPr>
          <p:cNvSpPr/>
          <p:nvPr/>
        </p:nvSpPr>
        <p:spPr>
          <a:xfrm>
            <a:off x="6791444" y="5032375"/>
            <a:ext cx="30481" cy="4508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!!b112">
            <a:extLst>
              <a:ext uri="{FF2B5EF4-FFF2-40B4-BE49-F238E27FC236}">
                <a16:creationId xmlns:a16="http://schemas.microsoft.com/office/drawing/2014/main" id="{512A676C-A5FA-FAAB-6039-B138F505AB25}"/>
              </a:ext>
            </a:extLst>
          </p:cNvPr>
          <p:cNvSpPr/>
          <p:nvPr/>
        </p:nvSpPr>
        <p:spPr>
          <a:xfrm>
            <a:off x="6846112" y="5154930"/>
            <a:ext cx="30481" cy="2057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!!b113">
            <a:extLst>
              <a:ext uri="{FF2B5EF4-FFF2-40B4-BE49-F238E27FC236}">
                <a16:creationId xmlns:a16="http://schemas.microsoft.com/office/drawing/2014/main" id="{45547649-C037-398A-3E2B-3C06DFDE6A26}"/>
              </a:ext>
            </a:extLst>
          </p:cNvPr>
          <p:cNvSpPr/>
          <p:nvPr/>
        </p:nvSpPr>
        <p:spPr>
          <a:xfrm>
            <a:off x="6900780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!!b114">
            <a:extLst>
              <a:ext uri="{FF2B5EF4-FFF2-40B4-BE49-F238E27FC236}">
                <a16:creationId xmlns:a16="http://schemas.microsoft.com/office/drawing/2014/main" id="{F27941FB-94A2-10E1-C474-589344024B57}"/>
              </a:ext>
            </a:extLst>
          </p:cNvPr>
          <p:cNvSpPr/>
          <p:nvPr/>
        </p:nvSpPr>
        <p:spPr>
          <a:xfrm>
            <a:off x="6955448" y="5223828"/>
            <a:ext cx="30481" cy="679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!!b115">
            <a:extLst>
              <a:ext uri="{FF2B5EF4-FFF2-40B4-BE49-F238E27FC236}">
                <a16:creationId xmlns:a16="http://schemas.microsoft.com/office/drawing/2014/main" id="{133717C6-0FA1-7090-70D8-1021A74F6EB9}"/>
              </a:ext>
            </a:extLst>
          </p:cNvPr>
          <p:cNvSpPr/>
          <p:nvPr/>
        </p:nvSpPr>
        <p:spPr>
          <a:xfrm>
            <a:off x="7010116" y="5208905"/>
            <a:ext cx="30481" cy="9779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!!b116">
            <a:extLst>
              <a:ext uri="{FF2B5EF4-FFF2-40B4-BE49-F238E27FC236}">
                <a16:creationId xmlns:a16="http://schemas.microsoft.com/office/drawing/2014/main" id="{CA052094-CD5B-7468-04B6-62BEDB0D3260}"/>
              </a:ext>
            </a:extLst>
          </p:cNvPr>
          <p:cNvSpPr/>
          <p:nvPr/>
        </p:nvSpPr>
        <p:spPr>
          <a:xfrm>
            <a:off x="7064784" y="5202872"/>
            <a:ext cx="30481" cy="1098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!!b117">
            <a:extLst>
              <a:ext uri="{FF2B5EF4-FFF2-40B4-BE49-F238E27FC236}">
                <a16:creationId xmlns:a16="http://schemas.microsoft.com/office/drawing/2014/main" id="{4491516D-D6AD-FC4C-CD1F-A71B1FFAEE9A}"/>
              </a:ext>
            </a:extLst>
          </p:cNvPr>
          <p:cNvSpPr/>
          <p:nvPr/>
        </p:nvSpPr>
        <p:spPr>
          <a:xfrm>
            <a:off x="7119452" y="5197792"/>
            <a:ext cx="30481" cy="1200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!!b118">
            <a:extLst>
              <a:ext uri="{FF2B5EF4-FFF2-40B4-BE49-F238E27FC236}">
                <a16:creationId xmlns:a16="http://schemas.microsoft.com/office/drawing/2014/main" id="{D1CA889C-5289-AF7A-3C13-7531DEFB35E3}"/>
              </a:ext>
            </a:extLst>
          </p:cNvPr>
          <p:cNvSpPr/>
          <p:nvPr/>
        </p:nvSpPr>
        <p:spPr>
          <a:xfrm>
            <a:off x="7174120" y="5208588"/>
            <a:ext cx="30481" cy="984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!!b119">
            <a:extLst>
              <a:ext uri="{FF2B5EF4-FFF2-40B4-BE49-F238E27FC236}">
                <a16:creationId xmlns:a16="http://schemas.microsoft.com/office/drawing/2014/main" id="{023AA70F-0ED9-2631-126A-64A414101A8B}"/>
              </a:ext>
            </a:extLst>
          </p:cNvPr>
          <p:cNvSpPr/>
          <p:nvPr/>
        </p:nvSpPr>
        <p:spPr>
          <a:xfrm>
            <a:off x="7228788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!!b120">
            <a:extLst>
              <a:ext uri="{FF2B5EF4-FFF2-40B4-BE49-F238E27FC236}">
                <a16:creationId xmlns:a16="http://schemas.microsoft.com/office/drawing/2014/main" id="{71C69206-4394-B57E-65CA-7E1674663F57}"/>
              </a:ext>
            </a:extLst>
          </p:cNvPr>
          <p:cNvSpPr/>
          <p:nvPr/>
        </p:nvSpPr>
        <p:spPr>
          <a:xfrm>
            <a:off x="7283456" y="5001260"/>
            <a:ext cx="30481" cy="5130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!!b121">
            <a:extLst>
              <a:ext uri="{FF2B5EF4-FFF2-40B4-BE49-F238E27FC236}">
                <a16:creationId xmlns:a16="http://schemas.microsoft.com/office/drawing/2014/main" id="{0DE51ABA-2CC6-0165-8779-42C3195DAAD7}"/>
              </a:ext>
            </a:extLst>
          </p:cNvPr>
          <p:cNvSpPr/>
          <p:nvPr/>
        </p:nvSpPr>
        <p:spPr>
          <a:xfrm>
            <a:off x="7338124" y="4981575"/>
            <a:ext cx="30480" cy="5524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!!b122">
            <a:extLst>
              <a:ext uri="{FF2B5EF4-FFF2-40B4-BE49-F238E27FC236}">
                <a16:creationId xmlns:a16="http://schemas.microsoft.com/office/drawing/2014/main" id="{29E206BE-0F2A-3EB1-017E-089C7C78DD7F}"/>
              </a:ext>
            </a:extLst>
          </p:cNvPr>
          <p:cNvSpPr/>
          <p:nvPr/>
        </p:nvSpPr>
        <p:spPr>
          <a:xfrm>
            <a:off x="7392792" y="5008563"/>
            <a:ext cx="30480" cy="4984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!!b123">
            <a:extLst>
              <a:ext uri="{FF2B5EF4-FFF2-40B4-BE49-F238E27FC236}">
                <a16:creationId xmlns:a16="http://schemas.microsoft.com/office/drawing/2014/main" id="{19452E24-2768-9DAC-032B-A216656AA7F3}"/>
              </a:ext>
            </a:extLst>
          </p:cNvPr>
          <p:cNvSpPr/>
          <p:nvPr/>
        </p:nvSpPr>
        <p:spPr>
          <a:xfrm>
            <a:off x="7447460" y="5002213"/>
            <a:ext cx="30480" cy="5111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!!b124">
            <a:extLst>
              <a:ext uri="{FF2B5EF4-FFF2-40B4-BE49-F238E27FC236}">
                <a16:creationId xmlns:a16="http://schemas.microsoft.com/office/drawing/2014/main" id="{CF219CBD-E129-DF10-5876-3AD66CA49C40}"/>
              </a:ext>
            </a:extLst>
          </p:cNvPr>
          <p:cNvSpPr/>
          <p:nvPr/>
        </p:nvSpPr>
        <p:spPr>
          <a:xfrm>
            <a:off x="7502129" y="5034597"/>
            <a:ext cx="30480" cy="44640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!!b125">
            <a:extLst>
              <a:ext uri="{FF2B5EF4-FFF2-40B4-BE49-F238E27FC236}">
                <a16:creationId xmlns:a16="http://schemas.microsoft.com/office/drawing/2014/main" id="{5DC28F97-95D4-10A2-E38B-4CDD9BEB9611}"/>
              </a:ext>
            </a:extLst>
          </p:cNvPr>
          <p:cNvSpPr/>
          <p:nvPr/>
        </p:nvSpPr>
        <p:spPr>
          <a:xfrm>
            <a:off x="7556797" y="5010785"/>
            <a:ext cx="30480" cy="4940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!!b126">
            <a:extLst>
              <a:ext uri="{FF2B5EF4-FFF2-40B4-BE49-F238E27FC236}">
                <a16:creationId xmlns:a16="http://schemas.microsoft.com/office/drawing/2014/main" id="{EDDF7997-5BFF-9BD3-A254-B912AE5A1964}"/>
              </a:ext>
            </a:extLst>
          </p:cNvPr>
          <p:cNvSpPr/>
          <p:nvPr/>
        </p:nvSpPr>
        <p:spPr>
          <a:xfrm>
            <a:off x="7611465" y="5088255"/>
            <a:ext cx="30480" cy="33909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!!b127">
            <a:extLst>
              <a:ext uri="{FF2B5EF4-FFF2-40B4-BE49-F238E27FC236}">
                <a16:creationId xmlns:a16="http://schemas.microsoft.com/office/drawing/2014/main" id="{C9FC454F-F834-AA08-EC68-A4687465E390}"/>
              </a:ext>
            </a:extLst>
          </p:cNvPr>
          <p:cNvSpPr/>
          <p:nvPr/>
        </p:nvSpPr>
        <p:spPr>
          <a:xfrm>
            <a:off x="7666133" y="5009833"/>
            <a:ext cx="30480" cy="4959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!!b128">
            <a:extLst>
              <a:ext uri="{FF2B5EF4-FFF2-40B4-BE49-F238E27FC236}">
                <a16:creationId xmlns:a16="http://schemas.microsoft.com/office/drawing/2014/main" id="{897E8EE3-C735-2EA2-0773-5FDA6091015B}"/>
              </a:ext>
            </a:extLst>
          </p:cNvPr>
          <p:cNvSpPr/>
          <p:nvPr/>
        </p:nvSpPr>
        <p:spPr>
          <a:xfrm>
            <a:off x="7720801" y="5054283"/>
            <a:ext cx="30480" cy="4070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!!b129">
            <a:extLst>
              <a:ext uri="{FF2B5EF4-FFF2-40B4-BE49-F238E27FC236}">
                <a16:creationId xmlns:a16="http://schemas.microsoft.com/office/drawing/2014/main" id="{4EB95D7C-4186-BF70-08B0-3FCF2AA739DF}"/>
              </a:ext>
            </a:extLst>
          </p:cNvPr>
          <p:cNvSpPr/>
          <p:nvPr/>
        </p:nvSpPr>
        <p:spPr>
          <a:xfrm>
            <a:off x="7775469" y="5045710"/>
            <a:ext cx="30480" cy="4241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!!b130">
            <a:extLst>
              <a:ext uri="{FF2B5EF4-FFF2-40B4-BE49-F238E27FC236}">
                <a16:creationId xmlns:a16="http://schemas.microsoft.com/office/drawing/2014/main" id="{1F139682-7A14-C8EF-6EC5-EA7AE4418786}"/>
              </a:ext>
            </a:extLst>
          </p:cNvPr>
          <p:cNvSpPr/>
          <p:nvPr/>
        </p:nvSpPr>
        <p:spPr>
          <a:xfrm>
            <a:off x="7830137" y="5047615"/>
            <a:ext cx="30480" cy="4203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!!b131">
            <a:extLst>
              <a:ext uri="{FF2B5EF4-FFF2-40B4-BE49-F238E27FC236}">
                <a16:creationId xmlns:a16="http://schemas.microsoft.com/office/drawing/2014/main" id="{14AB1D72-E41E-6989-12FD-FD227739C812}"/>
              </a:ext>
            </a:extLst>
          </p:cNvPr>
          <p:cNvSpPr/>
          <p:nvPr/>
        </p:nvSpPr>
        <p:spPr>
          <a:xfrm>
            <a:off x="7884805" y="5021263"/>
            <a:ext cx="30480" cy="4730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!!b132">
            <a:extLst>
              <a:ext uri="{FF2B5EF4-FFF2-40B4-BE49-F238E27FC236}">
                <a16:creationId xmlns:a16="http://schemas.microsoft.com/office/drawing/2014/main" id="{C3305E53-8BFC-E8FE-EF5B-B80B91856E59}"/>
              </a:ext>
            </a:extLst>
          </p:cNvPr>
          <p:cNvSpPr/>
          <p:nvPr/>
        </p:nvSpPr>
        <p:spPr>
          <a:xfrm>
            <a:off x="7939473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!!b133">
            <a:extLst>
              <a:ext uri="{FF2B5EF4-FFF2-40B4-BE49-F238E27FC236}">
                <a16:creationId xmlns:a16="http://schemas.microsoft.com/office/drawing/2014/main" id="{770013EC-CE75-3C24-5AD7-D5BF5D7DE49C}"/>
              </a:ext>
            </a:extLst>
          </p:cNvPr>
          <p:cNvSpPr/>
          <p:nvPr/>
        </p:nvSpPr>
        <p:spPr>
          <a:xfrm>
            <a:off x="7994141" y="5045075"/>
            <a:ext cx="30480" cy="4254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!!b134">
            <a:extLst>
              <a:ext uri="{FF2B5EF4-FFF2-40B4-BE49-F238E27FC236}">
                <a16:creationId xmlns:a16="http://schemas.microsoft.com/office/drawing/2014/main" id="{5895792E-12B0-A7B4-7283-9B07418DDA0C}"/>
              </a:ext>
            </a:extLst>
          </p:cNvPr>
          <p:cNvSpPr/>
          <p:nvPr/>
        </p:nvSpPr>
        <p:spPr>
          <a:xfrm>
            <a:off x="8048809" y="5019358"/>
            <a:ext cx="30480" cy="4768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!!b135">
            <a:extLst>
              <a:ext uri="{FF2B5EF4-FFF2-40B4-BE49-F238E27FC236}">
                <a16:creationId xmlns:a16="http://schemas.microsoft.com/office/drawing/2014/main" id="{7A2ACC67-44AA-AB04-031F-47C0B2F612F7}"/>
              </a:ext>
            </a:extLst>
          </p:cNvPr>
          <p:cNvSpPr/>
          <p:nvPr/>
        </p:nvSpPr>
        <p:spPr>
          <a:xfrm>
            <a:off x="8103477" y="5066030"/>
            <a:ext cx="30480" cy="3835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!!b136">
            <a:extLst>
              <a:ext uri="{FF2B5EF4-FFF2-40B4-BE49-F238E27FC236}">
                <a16:creationId xmlns:a16="http://schemas.microsoft.com/office/drawing/2014/main" id="{272C2036-00D5-6FB0-4352-9BC829B063DC}"/>
              </a:ext>
            </a:extLst>
          </p:cNvPr>
          <p:cNvSpPr/>
          <p:nvPr/>
        </p:nvSpPr>
        <p:spPr>
          <a:xfrm>
            <a:off x="8158145" y="5015547"/>
            <a:ext cx="30480" cy="48450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!!b137">
            <a:extLst>
              <a:ext uri="{FF2B5EF4-FFF2-40B4-BE49-F238E27FC236}">
                <a16:creationId xmlns:a16="http://schemas.microsoft.com/office/drawing/2014/main" id="{EF35457B-57D2-9C4D-7C80-F758E93F6410}"/>
              </a:ext>
            </a:extLst>
          </p:cNvPr>
          <p:cNvSpPr/>
          <p:nvPr/>
        </p:nvSpPr>
        <p:spPr>
          <a:xfrm>
            <a:off x="8212813" y="5002530"/>
            <a:ext cx="30480" cy="5105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!!b138">
            <a:extLst>
              <a:ext uri="{FF2B5EF4-FFF2-40B4-BE49-F238E27FC236}">
                <a16:creationId xmlns:a16="http://schemas.microsoft.com/office/drawing/2014/main" id="{281513DF-657E-33DD-55FB-8196D363029A}"/>
              </a:ext>
            </a:extLst>
          </p:cNvPr>
          <p:cNvSpPr/>
          <p:nvPr/>
        </p:nvSpPr>
        <p:spPr>
          <a:xfrm>
            <a:off x="8267481" y="5020628"/>
            <a:ext cx="30480" cy="4743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!!b139">
            <a:extLst>
              <a:ext uri="{FF2B5EF4-FFF2-40B4-BE49-F238E27FC236}">
                <a16:creationId xmlns:a16="http://schemas.microsoft.com/office/drawing/2014/main" id="{91D5FC4B-17DB-97A3-DB8D-7C20C915BE84}"/>
              </a:ext>
            </a:extLst>
          </p:cNvPr>
          <p:cNvSpPr/>
          <p:nvPr/>
        </p:nvSpPr>
        <p:spPr>
          <a:xfrm>
            <a:off x="8322149" y="5034280"/>
            <a:ext cx="30480" cy="4470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!!b140">
            <a:extLst>
              <a:ext uri="{FF2B5EF4-FFF2-40B4-BE49-F238E27FC236}">
                <a16:creationId xmlns:a16="http://schemas.microsoft.com/office/drawing/2014/main" id="{023E60D6-C814-9D80-0AB6-1104926B22A0}"/>
              </a:ext>
            </a:extLst>
          </p:cNvPr>
          <p:cNvSpPr/>
          <p:nvPr/>
        </p:nvSpPr>
        <p:spPr>
          <a:xfrm>
            <a:off x="8376817" y="5023485"/>
            <a:ext cx="30480" cy="4686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!!b141">
            <a:extLst>
              <a:ext uri="{FF2B5EF4-FFF2-40B4-BE49-F238E27FC236}">
                <a16:creationId xmlns:a16="http://schemas.microsoft.com/office/drawing/2014/main" id="{3EB11044-2BEC-43AB-A511-EAE4775A6C32}"/>
              </a:ext>
            </a:extLst>
          </p:cNvPr>
          <p:cNvSpPr/>
          <p:nvPr/>
        </p:nvSpPr>
        <p:spPr>
          <a:xfrm>
            <a:off x="8431485" y="5026025"/>
            <a:ext cx="30480" cy="4635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!!b142">
            <a:extLst>
              <a:ext uri="{FF2B5EF4-FFF2-40B4-BE49-F238E27FC236}">
                <a16:creationId xmlns:a16="http://schemas.microsoft.com/office/drawing/2014/main" id="{D2E34838-B386-47C4-9C9A-C0FBEBEDD7A8}"/>
              </a:ext>
            </a:extLst>
          </p:cNvPr>
          <p:cNvSpPr/>
          <p:nvPr/>
        </p:nvSpPr>
        <p:spPr>
          <a:xfrm>
            <a:off x="8486153" y="5073650"/>
            <a:ext cx="30480" cy="3683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!!b143">
            <a:extLst>
              <a:ext uri="{FF2B5EF4-FFF2-40B4-BE49-F238E27FC236}">
                <a16:creationId xmlns:a16="http://schemas.microsoft.com/office/drawing/2014/main" id="{C42BC1A7-D05E-E57D-BB6A-35DB38D46372}"/>
              </a:ext>
            </a:extLst>
          </p:cNvPr>
          <p:cNvSpPr/>
          <p:nvPr/>
        </p:nvSpPr>
        <p:spPr>
          <a:xfrm>
            <a:off x="8540821" y="5049203"/>
            <a:ext cx="30480" cy="4171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!!b144">
            <a:extLst>
              <a:ext uri="{FF2B5EF4-FFF2-40B4-BE49-F238E27FC236}">
                <a16:creationId xmlns:a16="http://schemas.microsoft.com/office/drawing/2014/main" id="{C10A7212-5FF5-0CE0-F523-864DD5829B92}"/>
              </a:ext>
            </a:extLst>
          </p:cNvPr>
          <p:cNvSpPr/>
          <p:nvPr/>
        </p:nvSpPr>
        <p:spPr>
          <a:xfrm>
            <a:off x="8595489" y="5022533"/>
            <a:ext cx="30481" cy="4705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!!b145">
            <a:extLst>
              <a:ext uri="{FF2B5EF4-FFF2-40B4-BE49-F238E27FC236}">
                <a16:creationId xmlns:a16="http://schemas.microsoft.com/office/drawing/2014/main" id="{3CB46E44-CADE-FD6D-F406-7BACB88C6FF7}"/>
              </a:ext>
            </a:extLst>
          </p:cNvPr>
          <p:cNvSpPr/>
          <p:nvPr/>
        </p:nvSpPr>
        <p:spPr>
          <a:xfrm>
            <a:off x="8650157" y="5032692"/>
            <a:ext cx="30481" cy="4502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!!b146">
            <a:extLst>
              <a:ext uri="{FF2B5EF4-FFF2-40B4-BE49-F238E27FC236}">
                <a16:creationId xmlns:a16="http://schemas.microsoft.com/office/drawing/2014/main" id="{D8E58C19-12AE-A50A-742B-72FFCE04AB5A}"/>
              </a:ext>
            </a:extLst>
          </p:cNvPr>
          <p:cNvSpPr/>
          <p:nvPr/>
        </p:nvSpPr>
        <p:spPr>
          <a:xfrm>
            <a:off x="8704825" y="5106353"/>
            <a:ext cx="30481" cy="3028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!!b147">
            <a:extLst>
              <a:ext uri="{FF2B5EF4-FFF2-40B4-BE49-F238E27FC236}">
                <a16:creationId xmlns:a16="http://schemas.microsoft.com/office/drawing/2014/main" id="{F1EA7C4F-329C-343C-CC8A-4CAB1E139E0A}"/>
              </a:ext>
            </a:extLst>
          </p:cNvPr>
          <p:cNvSpPr/>
          <p:nvPr/>
        </p:nvSpPr>
        <p:spPr>
          <a:xfrm>
            <a:off x="8759493" y="5026978"/>
            <a:ext cx="30481" cy="4616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!!b148">
            <a:extLst>
              <a:ext uri="{FF2B5EF4-FFF2-40B4-BE49-F238E27FC236}">
                <a16:creationId xmlns:a16="http://schemas.microsoft.com/office/drawing/2014/main" id="{0DFBFD7D-9AAA-C4A2-F686-84730B8FC80A}"/>
              </a:ext>
            </a:extLst>
          </p:cNvPr>
          <p:cNvSpPr/>
          <p:nvPr/>
        </p:nvSpPr>
        <p:spPr>
          <a:xfrm>
            <a:off x="8814161" y="5034280"/>
            <a:ext cx="30481" cy="4470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!!b149">
            <a:extLst>
              <a:ext uri="{FF2B5EF4-FFF2-40B4-BE49-F238E27FC236}">
                <a16:creationId xmlns:a16="http://schemas.microsoft.com/office/drawing/2014/main" id="{5AAC7D6F-CC44-1202-858F-59921A16289C}"/>
              </a:ext>
            </a:extLst>
          </p:cNvPr>
          <p:cNvSpPr/>
          <p:nvPr/>
        </p:nvSpPr>
        <p:spPr>
          <a:xfrm>
            <a:off x="8868829" y="5041265"/>
            <a:ext cx="30481" cy="4330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!!b150">
            <a:extLst>
              <a:ext uri="{FF2B5EF4-FFF2-40B4-BE49-F238E27FC236}">
                <a16:creationId xmlns:a16="http://schemas.microsoft.com/office/drawing/2014/main" id="{2BCE1D5C-FE1A-5A23-C43B-8FCC61B53C56}"/>
              </a:ext>
            </a:extLst>
          </p:cNvPr>
          <p:cNvSpPr/>
          <p:nvPr/>
        </p:nvSpPr>
        <p:spPr>
          <a:xfrm>
            <a:off x="8923497" y="5022533"/>
            <a:ext cx="30480" cy="4705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!!b151">
            <a:extLst>
              <a:ext uri="{FF2B5EF4-FFF2-40B4-BE49-F238E27FC236}">
                <a16:creationId xmlns:a16="http://schemas.microsoft.com/office/drawing/2014/main" id="{FF6D735A-9F26-DFF8-5EC3-952219098C97}"/>
              </a:ext>
            </a:extLst>
          </p:cNvPr>
          <p:cNvSpPr/>
          <p:nvPr/>
        </p:nvSpPr>
        <p:spPr>
          <a:xfrm>
            <a:off x="8978165" y="5006022"/>
            <a:ext cx="30480" cy="5035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!!b152">
            <a:extLst>
              <a:ext uri="{FF2B5EF4-FFF2-40B4-BE49-F238E27FC236}">
                <a16:creationId xmlns:a16="http://schemas.microsoft.com/office/drawing/2014/main" id="{A3976F13-34AD-BBE3-D5F7-03CAEE168040}"/>
              </a:ext>
            </a:extLst>
          </p:cNvPr>
          <p:cNvSpPr/>
          <p:nvPr/>
        </p:nvSpPr>
        <p:spPr>
          <a:xfrm>
            <a:off x="9032833" y="4998720"/>
            <a:ext cx="30480" cy="51816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!!b153">
            <a:extLst>
              <a:ext uri="{FF2B5EF4-FFF2-40B4-BE49-F238E27FC236}">
                <a16:creationId xmlns:a16="http://schemas.microsoft.com/office/drawing/2014/main" id="{FA59F04B-96B9-A413-BABD-3631B2C59B91}"/>
              </a:ext>
            </a:extLst>
          </p:cNvPr>
          <p:cNvSpPr/>
          <p:nvPr/>
        </p:nvSpPr>
        <p:spPr>
          <a:xfrm>
            <a:off x="9087501" y="5014595"/>
            <a:ext cx="30480" cy="4864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!!b154">
            <a:extLst>
              <a:ext uri="{FF2B5EF4-FFF2-40B4-BE49-F238E27FC236}">
                <a16:creationId xmlns:a16="http://schemas.microsoft.com/office/drawing/2014/main" id="{319260C5-372E-2D09-3FA0-FE99D2CB2A46}"/>
              </a:ext>
            </a:extLst>
          </p:cNvPr>
          <p:cNvSpPr/>
          <p:nvPr/>
        </p:nvSpPr>
        <p:spPr>
          <a:xfrm>
            <a:off x="9142169" y="5026660"/>
            <a:ext cx="30480" cy="4622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!!b155">
            <a:extLst>
              <a:ext uri="{FF2B5EF4-FFF2-40B4-BE49-F238E27FC236}">
                <a16:creationId xmlns:a16="http://schemas.microsoft.com/office/drawing/2014/main" id="{DDE60FC7-BF29-EB77-9F3A-B1BEDC9420B6}"/>
              </a:ext>
            </a:extLst>
          </p:cNvPr>
          <p:cNvSpPr/>
          <p:nvPr/>
        </p:nvSpPr>
        <p:spPr>
          <a:xfrm>
            <a:off x="9196837" y="5039995"/>
            <a:ext cx="30480" cy="4356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!!b156">
            <a:extLst>
              <a:ext uri="{FF2B5EF4-FFF2-40B4-BE49-F238E27FC236}">
                <a16:creationId xmlns:a16="http://schemas.microsoft.com/office/drawing/2014/main" id="{5AC0B2B5-6E99-9FEB-E17E-97AB8631A5DA}"/>
              </a:ext>
            </a:extLst>
          </p:cNvPr>
          <p:cNvSpPr/>
          <p:nvPr/>
        </p:nvSpPr>
        <p:spPr>
          <a:xfrm>
            <a:off x="9251505" y="5055553"/>
            <a:ext cx="30480" cy="4044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!!b157">
            <a:extLst>
              <a:ext uri="{FF2B5EF4-FFF2-40B4-BE49-F238E27FC236}">
                <a16:creationId xmlns:a16="http://schemas.microsoft.com/office/drawing/2014/main" id="{F2CB2A99-BC90-E793-CD29-CAA5BC1E25CE}"/>
              </a:ext>
            </a:extLst>
          </p:cNvPr>
          <p:cNvSpPr/>
          <p:nvPr/>
        </p:nvSpPr>
        <p:spPr>
          <a:xfrm>
            <a:off x="9306173" y="5054917"/>
            <a:ext cx="30480" cy="4057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!!b158">
            <a:extLst>
              <a:ext uri="{FF2B5EF4-FFF2-40B4-BE49-F238E27FC236}">
                <a16:creationId xmlns:a16="http://schemas.microsoft.com/office/drawing/2014/main" id="{7BAA5846-78D4-894E-1A8E-84682143DCE2}"/>
              </a:ext>
            </a:extLst>
          </p:cNvPr>
          <p:cNvSpPr/>
          <p:nvPr/>
        </p:nvSpPr>
        <p:spPr>
          <a:xfrm>
            <a:off x="9360841" y="5038408"/>
            <a:ext cx="30480" cy="4387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!!b159">
            <a:extLst>
              <a:ext uri="{FF2B5EF4-FFF2-40B4-BE49-F238E27FC236}">
                <a16:creationId xmlns:a16="http://schemas.microsoft.com/office/drawing/2014/main" id="{2E4B4EE1-8C27-A9FA-812B-77C8DCE9DDDD}"/>
              </a:ext>
            </a:extLst>
          </p:cNvPr>
          <p:cNvSpPr/>
          <p:nvPr/>
        </p:nvSpPr>
        <p:spPr>
          <a:xfrm>
            <a:off x="9415509" y="5048567"/>
            <a:ext cx="30480" cy="4184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!!b160">
            <a:extLst>
              <a:ext uri="{FF2B5EF4-FFF2-40B4-BE49-F238E27FC236}">
                <a16:creationId xmlns:a16="http://schemas.microsoft.com/office/drawing/2014/main" id="{BD4FF890-BE69-13B0-6022-1D565EC6A4B4}"/>
              </a:ext>
            </a:extLst>
          </p:cNvPr>
          <p:cNvSpPr/>
          <p:nvPr/>
        </p:nvSpPr>
        <p:spPr>
          <a:xfrm>
            <a:off x="9470177" y="5119370"/>
            <a:ext cx="30480" cy="27686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!!b161">
            <a:extLst>
              <a:ext uri="{FF2B5EF4-FFF2-40B4-BE49-F238E27FC236}">
                <a16:creationId xmlns:a16="http://schemas.microsoft.com/office/drawing/2014/main" id="{418B5F58-B09B-53BC-2B9B-65670CA7F615}"/>
              </a:ext>
            </a:extLst>
          </p:cNvPr>
          <p:cNvSpPr/>
          <p:nvPr/>
        </p:nvSpPr>
        <p:spPr>
          <a:xfrm>
            <a:off x="9524845" y="5013642"/>
            <a:ext cx="30480" cy="4883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!!b162">
            <a:extLst>
              <a:ext uri="{FF2B5EF4-FFF2-40B4-BE49-F238E27FC236}">
                <a16:creationId xmlns:a16="http://schemas.microsoft.com/office/drawing/2014/main" id="{61C80F83-7591-CE97-58C3-ED79754CFED6}"/>
              </a:ext>
            </a:extLst>
          </p:cNvPr>
          <p:cNvSpPr/>
          <p:nvPr/>
        </p:nvSpPr>
        <p:spPr>
          <a:xfrm>
            <a:off x="9579513" y="5029835"/>
            <a:ext cx="30480" cy="4559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!!b163">
            <a:extLst>
              <a:ext uri="{FF2B5EF4-FFF2-40B4-BE49-F238E27FC236}">
                <a16:creationId xmlns:a16="http://schemas.microsoft.com/office/drawing/2014/main" id="{E162C04B-D094-C263-0206-84303770E35A}"/>
              </a:ext>
            </a:extLst>
          </p:cNvPr>
          <p:cNvSpPr/>
          <p:nvPr/>
        </p:nvSpPr>
        <p:spPr>
          <a:xfrm>
            <a:off x="9634181" y="5163185"/>
            <a:ext cx="30480" cy="1892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!!b164">
            <a:extLst>
              <a:ext uri="{FF2B5EF4-FFF2-40B4-BE49-F238E27FC236}">
                <a16:creationId xmlns:a16="http://schemas.microsoft.com/office/drawing/2014/main" id="{6974064B-B1C5-E4A8-C898-2FE104A3AEF9}"/>
              </a:ext>
            </a:extLst>
          </p:cNvPr>
          <p:cNvSpPr/>
          <p:nvPr/>
        </p:nvSpPr>
        <p:spPr>
          <a:xfrm>
            <a:off x="968885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!!b165">
            <a:extLst>
              <a:ext uri="{FF2B5EF4-FFF2-40B4-BE49-F238E27FC236}">
                <a16:creationId xmlns:a16="http://schemas.microsoft.com/office/drawing/2014/main" id="{15917BF6-0F30-4C78-D25E-D60742E1D1AE}"/>
              </a:ext>
            </a:extLst>
          </p:cNvPr>
          <p:cNvSpPr/>
          <p:nvPr/>
        </p:nvSpPr>
        <p:spPr>
          <a:xfrm>
            <a:off x="9743518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!!b166">
            <a:extLst>
              <a:ext uri="{FF2B5EF4-FFF2-40B4-BE49-F238E27FC236}">
                <a16:creationId xmlns:a16="http://schemas.microsoft.com/office/drawing/2014/main" id="{0C3A5901-F3FB-D9D9-7FDA-B5920572EF68}"/>
              </a:ext>
            </a:extLst>
          </p:cNvPr>
          <p:cNvSpPr/>
          <p:nvPr/>
        </p:nvSpPr>
        <p:spPr>
          <a:xfrm>
            <a:off x="9798186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!!b167">
            <a:extLst>
              <a:ext uri="{FF2B5EF4-FFF2-40B4-BE49-F238E27FC236}">
                <a16:creationId xmlns:a16="http://schemas.microsoft.com/office/drawing/2014/main" id="{34787BB6-D58B-A9D0-941B-6C91EC737609}"/>
              </a:ext>
            </a:extLst>
          </p:cNvPr>
          <p:cNvSpPr/>
          <p:nvPr/>
        </p:nvSpPr>
        <p:spPr>
          <a:xfrm>
            <a:off x="9852854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!!b168">
            <a:extLst>
              <a:ext uri="{FF2B5EF4-FFF2-40B4-BE49-F238E27FC236}">
                <a16:creationId xmlns:a16="http://schemas.microsoft.com/office/drawing/2014/main" id="{F6168A4C-6539-7F79-9CD7-43C2992E7712}"/>
              </a:ext>
            </a:extLst>
          </p:cNvPr>
          <p:cNvSpPr/>
          <p:nvPr/>
        </p:nvSpPr>
        <p:spPr>
          <a:xfrm>
            <a:off x="9907522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!!b169">
            <a:extLst>
              <a:ext uri="{FF2B5EF4-FFF2-40B4-BE49-F238E27FC236}">
                <a16:creationId xmlns:a16="http://schemas.microsoft.com/office/drawing/2014/main" id="{0911E0B4-1DE5-529B-8474-E00A074E6A80}"/>
              </a:ext>
            </a:extLst>
          </p:cNvPr>
          <p:cNvSpPr/>
          <p:nvPr/>
        </p:nvSpPr>
        <p:spPr>
          <a:xfrm>
            <a:off x="9962190" y="5070158"/>
            <a:ext cx="30480" cy="3752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!!b170">
            <a:extLst>
              <a:ext uri="{FF2B5EF4-FFF2-40B4-BE49-F238E27FC236}">
                <a16:creationId xmlns:a16="http://schemas.microsoft.com/office/drawing/2014/main" id="{F6CC0E6E-A966-7E6E-9BBB-88BB2E3C781B}"/>
              </a:ext>
            </a:extLst>
          </p:cNvPr>
          <p:cNvSpPr/>
          <p:nvPr/>
        </p:nvSpPr>
        <p:spPr>
          <a:xfrm>
            <a:off x="10016858" y="5105717"/>
            <a:ext cx="30480" cy="3041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!!b171">
            <a:extLst>
              <a:ext uri="{FF2B5EF4-FFF2-40B4-BE49-F238E27FC236}">
                <a16:creationId xmlns:a16="http://schemas.microsoft.com/office/drawing/2014/main" id="{7332A656-3711-574A-2146-9312E14A6BB1}"/>
              </a:ext>
            </a:extLst>
          </p:cNvPr>
          <p:cNvSpPr/>
          <p:nvPr/>
        </p:nvSpPr>
        <p:spPr>
          <a:xfrm>
            <a:off x="10071526" y="4985703"/>
            <a:ext cx="30480" cy="5441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!!b172">
            <a:extLst>
              <a:ext uri="{FF2B5EF4-FFF2-40B4-BE49-F238E27FC236}">
                <a16:creationId xmlns:a16="http://schemas.microsoft.com/office/drawing/2014/main" id="{86E0D83D-3125-EB76-0FAD-EDF1AF48FBDF}"/>
              </a:ext>
            </a:extLst>
          </p:cNvPr>
          <p:cNvSpPr/>
          <p:nvPr/>
        </p:nvSpPr>
        <p:spPr>
          <a:xfrm>
            <a:off x="10126194" y="5036185"/>
            <a:ext cx="30480" cy="4432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!!b173">
            <a:extLst>
              <a:ext uri="{FF2B5EF4-FFF2-40B4-BE49-F238E27FC236}">
                <a16:creationId xmlns:a16="http://schemas.microsoft.com/office/drawing/2014/main" id="{319EC3D2-A4DE-D9C8-DFFD-B7E63CB18D46}"/>
              </a:ext>
            </a:extLst>
          </p:cNvPr>
          <p:cNvSpPr/>
          <p:nvPr/>
        </p:nvSpPr>
        <p:spPr>
          <a:xfrm>
            <a:off x="10180862" y="5073015"/>
            <a:ext cx="30480" cy="3695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!!b174">
            <a:extLst>
              <a:ext uri="{FF2B5EF4-FFF2-40B4-BE49-F238E27FC236}">
                <a16:creationId xmlns:a16="http://schemas.microsoft.com/office/drawing/2014/main" id="{16835541-1347-7DA4-A117-CBC5443F0BA9}"/>
              </a:ext>
            </a:extLst>
          </p:cNvPr>
          <p:cNvSpPr/>
          <p:nvPr/>
        </p:nvSpPr>
        <p:spPr>
          <a:xfrm>
            <a:off x="10235529" y="5026342"/>
            <a:ext cx="30481" cy="46291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!!b175">
            <a:extLst>
              <a:ext uri="{FF2B5EF4-FFF2-40B4-BE49-F238E27FC236}">
                <a16:creationId xmlns:a16="http://schemas.microsoft.com/office/drawing/2014/main" id="{F1CF1B26-474A-30E9-20EB-F2EDFC111C5F}"/>
              </a:ext>
            </a:extLst>
          </p:cNvPr>
          <p:cNvSpPr/>
          <p:nvPr/>
        </p:nvSpPr>
        <p:spPr>
          <a:xfrm>
            <a:off x="10290197" y="5050790"/>
            <a:ext cx="30481" cy="4140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!!b176">
            <a:extLst>
              <a:ext uri="{FF2B5EF4-FFF2-40B4-BE49-F238E27FC236}">
                <a16:creationId xmlns:a16="http://schemas.microsoft.com/office/drawing/2014/main" id="{601BDF58-7F3E-85C3-7962-056437B5061B}"/>
              </a:ext>
            </a:extLst>
          </p:cNvPr>
          <p:cNvSpPr/>
          <p:nvPr/>
        </p:nvSpPr>
        <p:spPr>
          <a:xfrm>
            <a:off x="10344865" y="5221605"/>
            <a:ext cx="30481" cy="7239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!!b177">
            <a:extLst>
              <a:ext uri="{FF2B5EF4-FFF2-40B4-BE49-F238E27FC236}">
                <a16:creationId xmlns:a16="http://schemas.microsoft.com/office/drawing/2014/main" id="{6AF5A152-AF12-486D-FFDD-6F692A3E1B56}"/>
              </a:ext>
            </a:extLst>
          </p:cNvPr>
          <p:cNvSpPr/>
          <p:nvPr/>
        </p:nvSpPr>
        <p:spPr>
          <a:xfrm>
            <a:off x="10399533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!!b178">
            <a:extLst>
              <a:ext uri="{FF2B5EF4-FFF2-40B4-BE49-F238E27FC236}">
                <a16:creationId xmlns:a16="http://schemas.microsoft.com/office/drawing/2014/main" id="{B8B3AE78-235F-345E-F10C-A4CBBAA4A495}"/>
              </a:ext>
            </a:extLst>
          </p:cNvPr>
          <p:cNvSpPr/>
          <p:nvPr/>
        </p:nvSpPr>
        <p:spPr>
          <a:xfrm>
            <a:off x="10454201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!!b179">
            <a:extLst>
              <a:ext uri="{FF2B5EF4-FFF2-40B4-BE49-F238E27FC236}">
                <a16:creationId xmlns:a16="http://schemas.microsoft.com/office/drawing/2014/main" id="{FFEBCFA7-17DF-FA70-EF5A-0CF059F492AB}"/>
              </a:ext>
            </a:extLst>
          </p:cNvPr>
          <p:cNvSpPr/>
          <p:nvPr/>
        </p:nvSpPr>
        <p:spPr>
          <a:xfrm>
            <a:off x="10508869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!!b180">
            <a:extLst>
              <a:ext uri="{FF2B5EF4-FFF2-40B4-BE49-F238E27FC236}">
                <a16:creationId xmlns:a16="http://schemas.microsoft.com/office/drawing/2014/main" id="{86EFAE58-B1C8-C33D-D680-6712C485D9F8}"/>
              </a:ext>
            </a:extLst>
          </p:cNvPr>
          <p:cNvSpPr/>
          <p:nvPr/>
        </p:nvSpPr>
        <p:spPr>
          <a:xfrm>
            <a:off x="10563537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!!b181">
            <a:extLst>
              <a:ext uri="{FF2B5EF4-FFF2-40B4-BE49-F238E27FC236}">
                <a16:creationId xmlns:a16="http://schemas.microsoft.com/office/drawing/2014/main" id="{6A354D09-AC89-61FD-A90E-61680BA25B08}"/>
              </a:ext>
            </a:extLst>
          </p:cNvPr>
          <p:cNvSpPr/>
          <p:nvPr/>
        </p:nvSpPr>
        <p:spPr>
          <a:xfrm>
            <a:off x="10618205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!!b182">
            <a:extLst>
              <a:ext uri="{FF2B5EF4-FFF2-40B4-BE49-F238E27FC236}">
                <a16:creationId xmlns:a16="http://schemas.microsoft.com/office/drawing/2014/main" id="{B5854870-B9E8-F95D-962C-221E0A861A94}"/>
              </a:ext>
            </a:extLst>
          </p:cNvPr>
          <p:cNvSpPr/>
          <p:nvPr/>
        </p:nvSpPr>
        <p:spPr>
          <a:xfrm>
            <a:off x="10672873" y="5190490"/>
            <a:ext cx="30481" cy="1346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!!b183">
            <a:extLst>
              <a:ext uri="{FF2B5EF4-FFF2-40B4-BE49-F238E27FC236}">
                <a16:creationId xmlns:a16="http://schemas.microsoft.com/office/drawing/2014/main" id="{27F902D4-76EB-1FD7-51C3-77619DF48559}"/>
              </a:ext>
            </a:extLst>
          </p:cNvPr>
          <p:cNvSpPr/>
          <p:nvPr/>
        </p:nvSpPr>
        <p:spPr>
          <a:xfrm>
            <a:off x="10727542" y="5068253"/>
            <a:ext cx="30480" cy="3790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!!b184">
            <a:extLst>
              <a:ext uri="{FF2B5EF4-FFF2-40B4-BE49-F238E27FC236}">
                <a16:creationId xmlns:a16="http://schemas.microsoft.com/office/drawing/2014/main" id="{AC0576FD-5519-06D0-7DA7-DE6B4C993FBE}"/>
              </a:ext>
            </a:extLst>
          </p:cNvPr>
          <p:cNvSpPr/>
          <p:nvPr/>
        </p:nvSpPr>
        <p:spPr>
          <a:xfrm>
            <a:off x="10782210" y="5041900"/>
            <a:ext cx="30480" cy="4318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!!b185">
            <a:extLst>
              <a:ext uri="{FF2B5EF4-FFF2-40B4-BE49-F238E27FC236}">
                <a16:creationId xmlns:a16="http://schemas.microsoft.com/office/drawing/2014/main" id="{A6982161-DCA2-50D0-EEFF-B2E84C62B4E2}"/>
              </a:ext>
            </a:extLst>
          </p:cNvPr>
          <p:cNvSpPr/>
          <p:nvPr/>
        </p:nvSpPr>
        <p:spPr>
          <a:xfrm>
            <a:off x="10836878" y="5028883"/>
            <a:ext cx="30480" cy="4578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!!b186">
            <a:extLst>
              <a:ext uri="{FF2B5EF4-FFF2-40B4-BE49-F238E27FC236}">
                <a16:creationId xmlns:a16="http://schemas.microsoft.com/office/drawing/2014/main" id="{F023F9DD-C0B2-049F-F0D6-986A40DB47BA}"/>
              </a:ext>
            </a:extLst>
          </p:cNvPr>
          <p:cNvSpPr/>
          <p:nvPr/>
        </p:nvSpPr>
        <p:spPr>
          <a:xfrm>
            <a:off x="10891546" y="5128895"/>
            <a:ext cx="30480" cy="2578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!!b187">
            <a:extLst>
              <a:ext uri="{FF2B5EF4-FFF2-40B4-BE49-F238E27FC236}">
                <a16:creationId xmlns:a16="http://schemas.microsoft.com/office/drawing/2014/main" id="{4D2B92AA-3366-E9F6-1D01-B263358F4B98}"/>
              </a:ext>
            </a:extLst>
          </p:cNvPr>
          <p:cNvSpPr/>
          <p:nvPr/>
        </p:nvSpPr>
        <p:spPr>
          <a:xfrm>
            <a:off x="10946214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!!b188">
            <a:extLst>
              <a:ext uri="{FF2B5EF4-FFF2-40B4-BE49-F238E27FC236}">
                <a16:creationId xmlns:a16="http://schemas.microsoft.com/office/drawing/2014/main" id="{59CA6B43-E1A6-B49A-EB3F-290020AD2621}"/>
              </a:ext>
            </a:extLst>
          </p:cNvPr>
          <p:cNvSpPr/>
          <p:nvPr/>
        </p:nvSpPr>
        <p:spPr>
          <a:xfrm>
            <a:off x="11000882" y="5051425"/>
            <a:ext cx="30480" cy="4127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!!b189">
            <a:extLst>
              <a:ext uri="{FF2B5EF4-FFF2-40B4-BE49-F238E27FC236}">
                <a16:creationId xmlns:a16="http://schemas.microsoft.com/office/drawing/2014/main" id="{D9FE709B-3B0C-B7F4-A38E-0938E9CCCA73}"/>
              </a:ext>
            </a:extLst>
          </p:cNvPr>
          <p:cNvSpPr/>
          <p:nvPr/>
        </p:nvSpPr>
        <p:spPr>
          <a:xfrm>
            <a:off x="11055550" y="5001578"/>
            <a:ext cx="30480" cy="5124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!!b190">
            <a:extLst>
              <a:ext uri="{FF2B5EF4-FFF2-40B4-BE49-F238E27FC236}">
                <a16:creationId xmlns:a16="http://schemas.microsoft.com/office/drawing/2014/main" id="{C07A31E9-246E-A3C4-64A0-4BC7AB209E3B}"/>
              </a:ext>
            </a:extLst>
          </p:cNvPr>
          <p:cNvSpPr/>
          <p:nvPr/>
        </p:nvSpPr>
        <p:spPr>
          <a:xfrm>
            <a:off x="11110218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!!b191">
            <a:extLst>
              <a:ext uri="{FF2B5EF4-FFF2-40B4-BE49-F238E27FC236}">
                <a16:creationId xmlns:a16="http://schemas.microsoft.com/office/drawing/2014/main" id="{E59B52BD-5494-CC72-4602-09A5DD4CF7C4}"/>
              </a:ext>
            </a:extLst>
          </p:cNvPr>
          <p:cNvSpPr/>
          <p:nvPr/>
        </p:nvSpPr>
        <p:spPr>
          <a:xfrm>
            <a:off x="11164886" y="4972685"/>
            <a:ext cx="30480" cy="5702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!!b192">
            <a:extLst>
              <a:ext uri="{FF2B5EF4-FFF2-40B4-BE49-F238E27FC236}">
                <a16:creationId xmlns:a16="http://schemas.microsoft.com/office/drawing/2014/main" id="{52681AC1-28DE-85B2-00C1-5AF1E7D9AB5C}"/>
              </a:ext>
            </a:extLst>
          </p:cNvPr>
          <p:cNvSpPr/>
          <p:nvPr/>
        </p:nvSpPr>
        <p:spPr>
          <a:xfrm>
            <a:off x="11219554" y="4988560"/>
            <a:ext cx="30480" cy="538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!!b193">
            <a:extLst>
              <a:ext uri="{FF2B5EF4-FFF2-40B4-BE49-F238E27FC236}">
                <a16:creationId xmlns:a16="http://schemas.microsoft.com/office/drawing/2014/main" id="{1C855B61-438F-ABF8-8319-ECF349C482D1}"/>
              </a:ext>
            </a:extLst>
          </p:cNvPr>
          <p:cNvSpPr/>
          <p:nvPr/>
        </p:nvSpPr>
        <p:spPr>
          <a:xfrm>
            <a:off x="11274222" y="4970145"/>
            <a:ext cx="30480" cy="5753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!!b194">
            <a:extLst>
              <a:ext uri="{FF2B5EF4-FFF2-40B4-BE49-F238E27FC236}">
                <a16:creationId xmlns:a16="http://schemas.microsoft.com/office/drawing/2014/main" id="{E97ABA34-31F3-FA3A-4D3E-5ADB9D5F412A}"/>
              </a:ext>
            </a:extLst>
          </p:cNvPr>
          <p:cNvSpPr/>
          <p:nvPr/>
        </p:nvSpPr>
        <p:spPr>
          <a:xfrm>
            <a:off x="11328890" y="4979353"/>
            <a:ext cx="30480" cy="5568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!!b195">
            <a:extLst>
              <a:ext uri="{FF2B5EF4-FFF2-40B4-BE49-F238E27FC236}">
                <a16:creationId xmlns:a16="http://schemas.microsoft.com/office/drawing/2014/main" id="{3F68B0A4-D333-F5AB-6DEC-19922FEB738D}"/>
              </a:ext>
            </a:extLst>
          </p:cNvPr>
          <p:cNvSpPr/>
          <p:nvPr/>
        </p:nvSpPr>
        <p:spPr>
          <a:xfrm>
            <a:off x="11383558" y="5009515"/>
            <a:ext cx="30480" cy="4965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!!b196">
            <a:extLst>
              <a:ext uri="{FF2B5EF4-FFF2-40B4-BE49-F238E27FC236}">
                <a16:creationId xmlns:a16="http://schemas.microsoft.com/office/drawing/2014/main" id="{FD0EA86C-AED8-4C01-9291-5050130A3ABF}"/>
              </a:ext>
            </a:extLst>
          </p:cNvPr>
          <p:cNvSpPr/>
          <p:nvPr/>
        </p:nvSpPr>
        <p:spPr>
          <a:xfrm>
            <a:off x="11438226" y="5059997"/>
            <a:ext cx="30480" cy="39560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!!dur">
            <a:extLst>
              <a:ext uri="{FF2B5EF4-FFF2-40B4-BE49-F238E27FC236}">
                <a16:creationId xmlns:a16="http://schemas.microsoft.com/office/drawing/2014/main" id="{BE1EB7F1-0E50-F57B-C690-C1A093F1967D}"/>
              </a:ext>
            </a:extLst>
          </p:cNvPr>
          <p:cNvSpPr txBox="1"/>
          <p:nvPr/>
        </p:nvSpPr>
        <p:spPr>
          <a:xfrm>
            <a:off x="9956800" y="46482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14.7 s</a:t>
            </a:r>
          </a:p>
        </p:txBody>
      </p:sp>
      <p:sp>
        <p:nvSpPr>
          <p:cNvPr id="202" name="s4_201">
            <a:extLst>
              <a:ext uri="{FF2B5EF4-FFF2-40B4-BE49-F238E27FC236}">
                <a16:creationId xmlns:a16="http://schemas.microsoft.com/office/drawing/2014/main" id="{45B8DE03-E65B-992F-9BBF-1A7E9DE2B019}"/>
              </a:ext>
            </a:extLst>
          </p:cNvPr>
          <p:cNvSpPr/>
          <p:nvPr/>
        </p:nvSpPr>
        <p:spPr>
          <a:xfrm>
            <a:off x="6229350" y="1387137"/>
            <a:ext cx="665226" cy="330200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4_202">
            <a:extLst>
              <a:ext uri="{FF2B5EF4-FFF2-40B4-BE49-F238E27FC236}">
                <a16:creationId xmlns:a16="http://schemas.microsoft.com/office/drawing/2014/main" id="{E903148E-D699-202A-59F1-6796246EE460}"/>
              </a:ext>
            </a:extLst>
          </p:cNvPr>
          <p:cNvCxnSpPr/>
          <p:nvPr/>
        </p:nvCxnSpPr>
        <p:spPr>
          <a:xfrm>
            <a:off x="6267450" y="1552237"/>
            <a:ext cx="589026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s4_203">
            <a:extLst>
              <a:ext uri="{FF2B5EF4-FFF2-40B4-BE49-F238E27FC236}">
                <a16:creationId xmlns:a16="http://schemas.microsoft.com/office/drawing/2014/main" id="{4B5F886E-CDEE-827A-B38C-454F3874B65E}"/>
              </a:ext>
            </a:extLst>
          </p:cNvPr>
          <p:cNvSpPr txBox="1"/>
          <p:nvPr/>
        </p:nvSpPr>
        <p:spPr>
          <a:xfrm>
            <a:off x="6267449" y="1215433"/>
            <a:ext cx="2540000" cy="1651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900" spc="100">
                <a:solidFill>
                  <a:srgbClr val="FF453A"/>
                </a:solidFill>
                <a:latin typeface="Segoe UI Semibold" panose="020B0702040204020203" pitchFamily="34" charset="0"/>
              </a:rPr>
              <a:t>FILLER</a:t>
            </a:r>
          </a:p>
        </p:txBody>
      </p:sp>
      <p:grpSp>
        <p:nvGrpSpPr>
          <p:cNvPr id="210" name="s4_209">
            <a:extLst>
              <a:ext uri="{FF2B5EF4-FFF2-40B4-BE49-F238E27FC236}">
                <a16:creationId xmlns:a16="http://schemas.microsoft.com/office/drawing/2014/main" id="{DAE77DD7-1E52-3CB0-37B5-A091B64E4D2C}"/>
              </a:ext>
            </a:extLst>
          </p:cNvPr>
          <p:cNvGrpSpPr/>
          <p:nvPr/>
        </p:nvGrpSpPr>
        <p:grpSpPr>
          <a:xfrm>
            <a:off x="2472671" y="5013960"/>
            <a:ext cx="249152" cy="487680"/>
            <a:chOff x="2472671" y="5013960"/>
            <a:chExt cx="249152" cy="487680"/>
          </a:xfrm>
        </p:grpSpPr>
        <p:sp>
          <p:nvSpPr>
            <p:cNvPr id="205" name="s4_204">
              <a:extLst>
                <a:ext uri="{FF2B5EF4-FFF2-40B4-BE49-F238E27FC236}">
                  <a16:creationId xmlns:a16="http://schemas.microsoft.com/office/drawing/2014/main" id="{B821ACC4-CFB4-1E37-48E4-C8666B3FDA68}"/>
                </a:ext>
              </a:extLst>
            </p:cNvPr>
            <p:cNvSpPr/>
            <p:nvPr/>
          </p:nvSpPr>
          <p:spPr>
            <a:xfrm>
              <a:off x="2472671" y="5013960"/>
              <a:ext cx="30480" cy="4876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s4_205">
              <a:extLst>
                <a:ext uri="{FF2B5EF4-FFF2-40B4-BE49-F238E27FC236}">
                  <a16:creationId xmlns:a16="http://schemas.microsoft.com/office/drawing/2014/main" id="{78639CB3-1F92-2418-9F5E-33C28DEAC890}"/>
                </a:ext>
              </a:extLst>
            </p:cNvPr>
            <p:cNvSpPr/>
            <p:nvPr/>
          </p:nvSpPr>
          <p:spPr>
            <a:xfrm>
              <a:off x="2527339" y="5015865"/>
              <a:ext cx="30480" cy="48387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s4_206">
              <a:extLst>
                <a:ext uri="{FF2B5EF4-FFF2-40B4-BE49-F238E27FC236}">
                  <a16:creationId xmlns:a16="http://schemas.microsoft.com/office/drawing/2014/main" id="{D9272A83-FFA4-AE2E-ED8D-E4F853AA3BA0}"/>
                </a:ext>
              </a:extLst>
            </p:cNvPr>
            <p:cNvSpPr/>
            <p:nvPr/>
          </p:nvSpPr>
          <p:spPr>
            <a:xfrm>
              <a:off x="2582007" y="5021580"/>
              <a:ext cx="30480" cy="4724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s4_207">
              <a:extLst>
                <a:ext uri="{FF2B5EF4-FFF2-40B4-BE49-F238E27FC236}">
                  <a16:creationId xmlns:a16="http://schemas.microsoft.com/office/drawing/2014/main" id="{708AE819-2593-C8CB-28B7-AD063DA1B956}"/>
                </a:ext>
              </a:extLst>
            </p:cNvPr>
            <p:cNvSpPr/>
            <p:nvPr/>
          </p:nvSpPr>
          <p:spPr>
            <a:xfrm>
              <a:off x="2636675" y="5056188"/>
              <a:ext cx="30480" cy="40322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s4_208">
              <a:extLst>
                <a:ext uri="{FF2B5EF4-FFF2-40B4-BE49-F238E27FC236}">
                  <a16:creationId xmlns:a16="http://schemas.microsoft.com/office/drawing/2014/main" id="{1ECA5D58-C52C-0E87-6B8B-18BC811CA91B}"/>
                </a:ext>
              </a:extLst>
            </p:cNvPr>
            <p:cNvSpPr/>
            <p:nvPr/>
          </p:nvSpPr>
          <p:spPr>
            <a:xfrm>
              <a:off x="2691343" y="5224145"/>
              <a:ext cx="30480" cy="6731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1" name="s4_210">
            <a:extLst>
              <a:ext uri="{FF2B5EF4-FFF2-40B4-BE49-F238E27FC236}">
                <a16:creationId xmlns:a16="http://schemas.microsoft.com/office/drawing/2014/main" id="{F667FD21-71D9-6512-F27F-F3F83144FCAA}"/>
              </a:ext>
            </a:extLst>
          </p:cNvPr>
          <p:cNvSpPr/>
          <p:nvPr/>
        </p:nvSpPr>
        <p:spPr>
          <a:xfrm>
            <a:off x="9418638" y="1387137"/>
            <a:ext cx="1857438" cy="330200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2" name="s4_211">
            <a:extLst>
              <a:ext uri="{FF2B5EF4-FFF2-40B4-BE49-F238E27FC236}">
                <a16:creationId xmlns:a16="http://schemas.microsoft.com/office/drawing/2014/main" id="{578F84D4-6628-9F58-4F77-0DA64BA3105F}"/>
              </a:ext>
            </a:extLst>
          </p:cNvPr>
          <p:cNvCxnSpPr/>
          <p:nvPr/>
        </p:nvCxnSpPr>
        <p:spPr>
          <a:xfrm>
            <a:off x="9456738" y="1552237"/>
            <a:ext cx="1781238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s4_212">
            <a:extLst>
              <a:ext uri="{FF2B5EF4-FFF2-40B4-BE49-F238E27FC236}">
                <a16:creationId xmlns:a16="http://schemas.microsoft.com/office/drawing/2014/main" id="{F9B9833F-44B3-BD0C-E88F-58296A07F27C}"/>
              </a:ext>
            </a:extLst>
          </p:cNvPr>
          <p:cNvSpPr txBox="1"/>
          <p:nvPr/>
        </p:nvSpPr>
        <p:spPr>
          <a:xfrm>
            <a:off x="9456737" y="1215433"/>
            <a:ext cx="2540000" cy="1651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900" spc="100">
                <a:solidFill>
                  <a:srgbClr val="FF453A"/>
                </a:solidFill>
                <a:latin typeface="Segoe UI Semibold" panose="020B0702040204020203" pitchFamily="34" charset="0"/>
              </a:rPr>
              <a:t>CORRECTION</a:t>
            </a:r>
          </a:p>
        </p:txBody>
      </p:sp>
      <p:sp>
        <p:nvSpPr>
          <p:cNvPr id="214" name="s4_213">
            <a:extLst>
              <a:ext uri="{FF2B5EF4-FFF2-40B4-BE49-F238E27FC236}">
                <a16:creationId xmlns:a16="http://schemas.microsoft.com/office/drawing/2014/main" id="{6099C2C8-C895-C2A5-6D9C-55E2D9FF393F}"/>
              </a:ext>
            </a:extLst>
          </p:cNvPr>
          <p:cNvSpPr/>
          <p:nvPr/>
        </p:nvSpPr>
        <p:spPr>
          <a:xfrm>
            <a:off x="673100" y="2001309"/>
            <a:ext cx="857314" cy="330200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5" name="s4_214">
            <a:extLst>
              <a:ext uri="{FF2B5EF4-FFF2-40B4-BE49-F238E27FC236}">
                <a16:creationId xmlns:a16="http://schemas.microsoft.com/office/drawing/2014/main" id="{1E5294E4-28B7-D246-5F03-AD965D76AEF1}"/>
              </a:ext>
            </a:extLst>
          </p:cNvPr>
          <p:cNvCxnSpPr/>
          <p:nvPr/>
        </p:nvCxnSpPr>
        <p:spPr>
          <a:xfrm>
            <a:off x="711200" y="2166409"/>
            <a:ext cx="781114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7" name="s4_226">
            <a:extLst>
              <a:ext uri="{FF2B5EF4-FFF2-40B4-BE49-F238E27FC236}">
                <a16:creationId xmlns:a16="http://schemas.microsoft.com/office/drawing/2014/main" id="{89E2EB78-9B14-F34D-AD39-9FD138FB7278}"/>
              </a:ext>
            </a:extLst>
          </p:cNvPr>
          <p:cNvGrpSpPr/>
          <p:nvPr/>
        </p:nvGrpSpPr>
        <p:grpSpPr>
          <a:xfrm>
            <a:off x="3238023" y="4973003"/>
            <a:ext cx="577160" cy="569595"/>
            <a:chOff x="3238023" y="4973003"/>
            <a:chExt cx="577160" cy="569595"/>
          </a:xfrm>
        </p:grpSpPr>
        <p:sp>
          <p:nvSpPr>
            <p:cNvPr id="216" name="s4_215">
              <a:extLst>
                <a:ext uri="{FF2B5EF4-FFF2-40B4-BE49-F238E27FC236}">
                  <a16:creationId xmlns:a16="http://schemas.microsoft.com/office/drawing/2014/main" id="{EDFEA815-36B5-6D71-444F-3024892F0B85}"/>
                </a:ext>
              </a:extLst>
            </p:cNvPr>
            <p:cNvSpPr/>
            <p:nvPr/>
          </p:nvSpPr>
          <p:spPr>
            <a:xfrm>
              <a:off x="3238023" y="4973003"/>
              <a:ext cx="30480" cy="5695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s4_216">
              <a:extLst>
                <a:ext uri="{FF2B5EF4-FFF2-40B4-BE49-F238E27FC236}">
                  <a16:creationId xmlns:a16="http://schemas.microsoft.com/office/drawing/2014/main" id="{F73A1F73-22EA-66E6-8B9E-EF5E8F86C44E}"/>
                </a:ext>
              </a:extLst>
            </p:cNvPr>
            <p:cNvSpPr/>
            <p:nvPr/>
          </p:nvSpPr>
          <p:spPr>
            <a:xfrm>
              <a:off x="3292691" y="4974272"/>
              <a:ext cx="30480" cy="56705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s4_217">
              <a:extLst>
                <a:ext uri="{FF2B5EF4-FFF2-40B4-BE49-F238E27FC236}">
                  <a16:creationId xmlns:a16="http://schemas.microsoft.com/office/drawing/2014/main" id="{3962CC3B-B812-BF9A-0B91-9FC478AEE590}"/>
                </a:ext>
              </a:extLst>
            </p:cNvPr>
            <p:cNvSpPr/>
            <p:nvPr/>
          </p:nvSpPr>
          <p:spPr>
            <a:xfrm>
              <a:off x="3347359" y="4985703"/>
              <a:ext cx="30480" cy="5441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s4_218">
              <a:extLst>
                <a:ext uri="{FF2B5EF4-FFF2-40B4-BE49-F238E27FC236}">
                  <a16:creationId xmlns:a16="http://schemas.microsoft.com/office/drawing/2014/main" id="{A2F6B085-6CFB-045F-2527-F68108112504}"/>
                </a:ext>
              </a:extLst>
            </p:cNvPr>
            <p:cNvSpPr/>
            <p:nvPr/>
          </p:nvSpPr>
          <p:spPr>
            <a:xfrm>
              <a:off x="3402027" y="4977130"/>
              <a:ext cx="30480" cy="5613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s4_219">
              <a:extLst>
                <a:ext uri="{FF2B5EF4-FFF2-40B4-BE49-F238E27FC236}">
                  <a16:creationId xmlns:a16="http://schemas.microsoft.com/office/drawing/2014/main" id="{3E564B4C-39B6-0E9A-2586-66A820A9681C}"/>
                </a:ext>
              </a:extLst>
            </p:cNvPr>
            <p:cNvSpPr/>
            <p:nvPr/>
          </p:nvSpPr>
          <p:spPr>
            <a:xfrm>
              <a:off x="3456695" y="5011738"/>
              <a:ext cx="30480" cy="49212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s4_220">
              <a:extLst>
                <a:ext uri="{FF2B5EF4-FFF2-40B4-BE49-F238E27FC236}">
                  <a16:creationId xmlns:a16="http://schemas.microsoft.com/office/drawing/2014/main" id="{41B52AEF-D0F9-DA8F-C95F-C48F5E6A6ACC}"/>
                </a:ext>
              </a:extLst>
            </p:cNvPr>
            <p:cNvSpPr/>
            <p:nvPr/>
          </p:nvSpPr>
          <p:spPr>
            <a:xfrm>
              <a:off x="3511363" y="5012690"/>
              <a:ext cx="30480" cy="49022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s4_221">
              <a:extLst>
                <a:ext uri="{FF2B5EF4-FFF2-40B4-BE49-F238E27FC236}">
                  <a16:creationId xmlns:a16="http://schemas.microsoft.com/office/drawing/2014/main" id="{3E153328-C812-C531-AA53-5433A72BEE07}"/>
                </a:ext>
              </a:extLst>
            </p:cNvPr>
            <p:cNvSpPr/>
            <p:nvPr/>
          </p:nvSpPr>
          <p:spPr>
            <a:xfrm>
              <a:off x="3566031" y="4981258"/>
              <a:ext cx="30480" cy="55308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s4_222">
              <a:extLst>
                <a:ext uri="{FF2B5EF4-FFF2-40B4-BE49-F238E27FC236}">
                  <a16:creationId xmlns:a16="http://schemas.microsoft.com/office/drawing/2014/main" id="{97752129-B344-AE1C-0932-7F4490B16F84}"/>
                </a:ext>
              </a:extLst>
            </p:cNvPr>
            <p:cNvSpPr/>
            <p:nvPr/>
          </p:nvSpPr>
          <p:spPr>
            <a:xfrm>
              <a:off x="3620699" y="4995863"/>
              <a:ext cx="30480" cy="52387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s4_223">
              <a:extLst>
                <a:ext uri="{FF2B5EF4-FFF2-40B4-BE49-F238E27FC236}">
                  <a16:creationId xmlns:a16="http://schemas.microsoft.com/office/drawing/2014/main" id="{D5CCA4D0-8162-762E-F195-722B4444C373}"/>
                </a:ext>
              </a:extLst>
            </p:cNvPr>
            <p:cNvSpPr/>
            <p:nvPr/>
          </p:nvSpPr>
          <p:spPr>
            <a:xfrm>
              <a:off x="3675367" y="4973638"/>
              <a:ext cx="30480" cy="56832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s4_224">
              <a:extLst>
                <a:ext uri="{FF2B5EF4-FFF2-40B4-BE49-F238E27FC236}">
                  <a16:creationId xmlns:a16="http://schemas.microsoft.com/office/drawing/2014/main" id="{A74CD67E-21B6-A10C-8139-59002A8194C1}"/>
                </a:ext>
              </a:extLst>
            </p:cNvPr>
            <p:cNvSpPr/>
            <p:nvPr/>
          </p:nvSpPr>
          <p:spPr>
            <a:xfrm>
              <a:off x="3730035" y="5024120"/>
              <a:ext cx="30480" cy="46736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s4_225">
              <a:extLst>
                <a:ext uri="{FF2B5EF4-FFF2-40B4-BE49-F238E27FC236}">
                  <a16:creationId xmlns:a16="http://schemas.microsoft.com/office/drawing/2014/main" id="{05B4429E-0213-14FB-3444-4D297F48BF4C}"/>
                </a:ext>
              </a:extLst>
            </p:cNvPr>
            <p:cNvSpPr/>
            <p:nvPr/>
          </p:nvSpPr>
          <p:spPr>
            <a:xfrm>
              <a:off x="3784703" y="5044758"/>
              <a:ext cx="30480" cy="42608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8" name="s4_227">
            <a:extLst>
              <a:ext uri="{FF2B5EF4-FFF2-40B4-BE49-F238E27FC236}">
                <a16:creationId xmlns:a16="http://schemas.microsoft.com/office/drawing/2014/main" id="{75E72A37-CDF6-A5D3-ACFC-A628E3887D6D}"/>
              </a:ext>
            </a:extLst>
          </p:cNvPr>
          <p:cNvSpPr/>
          <p:nvPr/>
        </p:nvSpPr>
        <p:spPr>
          <a:xfrm>
            <a:off x="9450388" y="2001309"/>
            <a:ext cx="565213" cy="330200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9" name="s4_228">
            <a:extLst>
              <a:ext uri="{FF2B5EF4-FFF2-40B4-BE49-F238E27FC236}">
                <a16:creationId xmlns:a16="http://schemas.microsoft.com/office/drawing/2014/main" id="{19567833-7464-2AFF-ABD9-63A7EFA1CC3E}"/>
              </a:ext>
            </a:extLst>
          </p:cNvPr>
          <p:cNvCxnSpPr/>
          <p:nvPr/>
        </p:nvCxnSpPr>
        <p:spPr>
          <a:xfrm>
            <a:off x="9488488" y="2166409"/>
            <a:ext cx="489013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s4_229">
            <a:extLst>
              <a:ext uri="{FF2B5EF4-FFF2-40B4-BE49-F238E27FC236}">
                <a16:creationId xmlns:a16="http://schemas.microsoft.com/office/drawing/2014/main" id="{2EE541F5-C4F7-175E-AECA-68790250052D}"/>
              </a:ext>
            </a:extLst>
          </p:cNvPr>
          <p:cNvSpPr txBox="1"/>
          <p:nvPr/>
        </p:nvSpPr>
        <p:spPr>
          <a:xfrm>
            <a:off x="9488487" y="1829605"/>
            <a:ext cx="2540000" cy="1651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900" spc="100">
                <a:solidFill>
                  <a:srgbClr val="FF453A"/>
                </a:solidFill>
                <a:latin typeface="Segoe UI Semibold" panose="020B0702040204020203" pitchFamily="34" charset="0"/>
              </a:rPr>
              <a:t>FILLER</a:t>
            </a:r>
          </a:p>
        </p:txBody>
      </p:sp>
      <p:grpSp>
        <p:nvGrpSpPr>
          <p:cNvPr id="239" name="s4_238">
            <a:extLst>
              <a:ext uri="{FF2B5EF4-FFF2-40B4-BE49-F238E27FC236}">
                <a16:creationId xmlns:a16="http://schemas.microsoft.com/office/drawing/2014/main" id="{CEE6BF5D-F7C3-4DCC-6889-E9C9EFAB9928}"/>
              </a:ext>
            </a:extLst>
          </p:cNvPr>
          <p:cNvGrpSpPr/>
          <p:nvPr/>
        </p:nvGrpSpPr>
        <p:grpSpPr>
          <a:xfrm>
            <a:off x="5916756" y="5013960"/>
            <a:ext cx="413156" cy="487680"/>
            <a:chOff x="5916756" y="5013960"/>
            <a:chExt cx="413156" cy="487680"/>
          </a:xfrm>
        </p:grpSpPr>
        <p:sp>
          <p:nvSpPr>
            <p:cNvPr id="231" name="s4_230">
              <a:extLst>
                <a:ext uri="{FF2B5EF4-FFF2-40B4-BE49-F238E27FC236}">
                  <a16:creationId xmlns:a16="http://schemas.microsoft.com/office/drawing/2014/main" id="{D5615330-24F5-D03F-7C88-178BAD41475E}"/>
                </a:ext>
              </a:extLst>
            </p:cNvPr>
            <p:cNvSpPr/>
            <p:nvPr/>
          </p:nvSpPr>
          <p:spPr>
            <a:xfrm>
              <a:off x="5916756" y="5013960"/>
              <a:ext cx="30480" cy="4876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s4_231">
              <a:extLst>
                <a:ext uri="{FF2B5EF4-FFF2-40B4-BE49-F238E27FC236}">
                  <a16:creationId xmlns:a16="http://schemas.microsoft.com/office/drawing/2014/main" id="{0167644C-8FF9-54B7-D806-5ADDE0FE5C2B}"/>
                </a:ext>
              </a:extLst>
            </p:cNvPr>
            <p:cNvSpPr/>
            <p:nvPr/>
          </p:nvSpPr>
          <p:spPr>
            <a:xfrm>
              <a:off x="5971424" y="5060950"/>
              <a:ext cx="30480" cy="39370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s4_232">
              <a:extLst>
                <a:ext uri="{FF2B5EF4-FFF2-40B4-BE49-F238E27FC236}">
                  <a16:creationId xmlns:a16="http://schemas.microsoft.com/office/drawing/2014/main" id="{A087DD10-834A-9CFA-8347-5592C8A7B4CD}"/>
                </a:ext>
              </a:extLst>
            </p:cNvPr>
            <p:cNvSpPr/>
            <p:nvPr/>
          </p:nvSpPr>
          <p:spPr>
            <a:xfrm>
              <a:off x="6026092" y="5124133"/>
              <a:ext cx="30480" cy="26733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s4_233">
              <a:extLst>
                <a:ext uri="{FF2B5EF4-FFF2-40B4-BE49-F238E27FC236}">
                  <a16:creationId xmlns:a16="http://schemas.microsoft.com/office/drawing/2014/main" id="{B2077AEF-DCCA-D046-86D7-A341BEA76270}"/>
                </a:ext>
              </a:extLst>
            </p:cNvPr>
            <p:cNvSpPr/>
            <p:nvPr/>
          </p:nvSpPr>
          <p:spPr>
            <a:xfrm>
              <a:off x="6080760" y="5213350"/>
              <a:ext cx="30480" cy="8890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s4_234">
              <a:extLst>
                <a:ext uri="{FF2B5EF4-FFF2-40B4-BE49-F238E27FC236}">
                  <a16:creationId xmlns:a16="http://schemas.microsoft.com/office/drawing/2014/main" id="{62582CCD-AE6F-ED62-A6F7-8DACCF292603}"/>
                </a:ext>
              </a:extLst>
            </p:cNvPr>
            <p:cNvSpPr/>
            <p:nvPr/>
          </p:nvSpPr>
          <p:spPr>
            <a:xfrm>
              <a:off x="6135428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s4_235">
              <a:extLst>
                <a:ext uri="{FF2B5EF4-FFF2-40B4-BE49-F238E27FC236}">
                  <a16:creationId xmlns:a16="http://schemas.microsoft.com/office/drawing/2014/main" id="{C33CEDB4-7C99-0AE8-0B99-318B1AD47C98}"/>
                </a:ext>
              </a:extLst>
            </p:cNvPr>
            <p:cNvSpPr/>
            <p:nvPr/>
          </p:nvSpPr>
          <p:spPr>
            <a:xfrm>
              <a:off x="6190096" y="5108892"/>
              <a:ext cx="30480" cy="29781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s4_236">
              <a:extLst>
                <a:ext uri="{FF2B5EF4-FFF2-40B4-BE49-F238E27FC236}">
                  <a16:creationId xmlns:a16="http://schemas.microsoft.com/office/drawing/2014/main" id="{87B7A9CE-BED7-B66F-6913-E857C80AB7FA}"/>
                </a:ext>
              </a:extLst>
            </p:cNvPr>
            <p:cNvSpPr/>
            <p:nvPr/>
          </p:nvSpPr>
          <p:spPr>
            <a:xfrm>
              <a:off x="6244764" y="5039042"/>
              <a:ext cx="30480" cy="43751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s4_237">
              <a:extLst>
                <a:ext uri="{FF2B5EF4-FFF2-40B4-BE49-F238E27FC236}">
                  <a16:creationId xmlns:a16="http://schemas.microsoft.com/office/drawing/2014/main" id="{282BA60F-BF50-B3A8-AF20-22EAF16CBF24}"/>
                </a:ext>
              </a:extLst>
            </p:cNvPr>
            <p:cNvSpPr/>
            <p:nvPr/>
          </p:nvSpPr>
          <p:spPr>
            <a:xfrm>
              <a:off x="6299432" y="5055235"/>
              <a:ext cx="30480" cy="4051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0" name="s4_239">
            <a:extLst>
              <a:ext uri="{FF2B5EF4-FFF2-40B4-BE49-F238E27FC236}">
                <a16:creationId xmlns:a16="http://schemas.microsoft.com/office/drawing/2014/main" id="{E3FB6BD8-8C8A-2269-14B9-31AD5C116B22}"/>
              </a:ext>
            </a:extLst>
          </p:cNvPr>
          <p:cNvSpPr/>
          <p:nvPr/>
        </p:nvSpPr>
        <p:spPr>
          <a:xfrm>
            <a:off x="2738438" y="2615481"/>
            <a:ext cx="8120126" cy="330200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1" name="s4_240">
            <a:extLst>
              <a:ext uri="{FF2B5EF4-FFF2-40B4-BE49-F238E27FC236}">
                <a16:creationId xmlns:a16="http://schemas.microsoft.com/office/drawing/2014/main" id="{765FFDF1-685C-4D4F-C5CD-9918799D94F7}"/>
              </a:ext>
            </a:extLst>
          </p:cNvPr>
          <p:cNvCxnSpPr/>
          <p:nvPr/>
        </p:nvCxnSpPr>
        <p:spPr>
          <a:xfrm>
            <a:off x="2776538" y="2780581"/>
            <a:ext cx="8043926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s4_241">
            <a:extLst>
              <a:ext uri="{FF2B5EF4-FFF2-40B4-BE49-F238E27FC236}">
                <a16:creationId xmlns:a16="http://schemas.microsoft.com/office/drawing/2014/main" id="{043E74A0-7223-F8E3-2A20-3BFC1C1D407A}"/>
              </a:ext>
            </a:extLst>
          </p:cNvPr>
          <p:cNvSpPr txBox="1"/>
          <p:nvPr/>
        </p:nvSpPr>
        <p:spPr>
          <a:xfrm>
            <a:off x="2776537" y="2443777"/>
            <a:ext cx="2540000" cy="1651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900" spc="100">
                <a:solidFill>
                  <a:srgbClr val="FF453A"/>
                </a:solidFill>
                <a:latin typeface="Segoe UI Semibold" panose="020B0702040204020203" pitchFamily="34" charset="0"/>
              </a:rPr>
              <a:t>TAKEN BACK</a:t>
            </a:r>
          </a:p>
        </p:txBody>
      </p:sp>
      <p:sp>
        <p:nvSpPr>
          <p:cNvPr id="243" name="s4_242">
            <a:extLst>
              <a:ext uri="{FF2B5EF4-FFF2-40B4-BE49-F238E27FC236}">
                <a16:creationId xmlns:a16="http://schemas.microsoft.com/office/drawing/2014/main" id="{ADC48FE9-4484-995E-559C-8263C7E4060D}"/>
              </a:ext>
            </a:extLst>
          </p:cNvPr>
          <p:cNvSpPr/>
          <p:nvPr/>
        </p:nvSpPr>
        <p:spPr>
          <a:xfrm>
            <a:off x="673100" y="3229653"/>
            <a:ext cx="7135876" cy="330199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4" name="s4_243">
            <a:extLst>
              <a:ext uri="{FF2B5EF4-FFF2-40B4-BE49-F238E27FC236}">
                <a16:creationId xmlns:a16="http://schemas.microsoft.com/office/drawing/2014/main" id="{D162FC9B-B0C1-76E2-AC28-BEB427453718}"/>
              </a:ext>
            </a:extLst>
          </p:cNvPr>
          <p:cNvCxnSpPr/>
          <p:nvPr/>
        </p:nvCxnSpPr>
        <p:spPr>
          <a:xfrm>
            <a:off x="711200" y="3394753"/>
            <a:ext cx="7059676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7" name="s4_306">
            <a:extLst>
              <a:ext uri="{FF2B5EF4-FFF2-40B4-BE49-F238E27FC236}">
                <a16:creationId xmlns:a16="http://schemas.microsoft.com/office/drawing/2014/main" id="{C13EE263-09B4-42BD-8FC7-D0027E2149C4}"/>
              </a:ext>
            </a:extLst>
          </p:cNvPr>
          <p:cNvGrpSpPr/>
          <p:nvPr/>
        </p:nvGrpSpPr>
        <p:grpSpPr>
          <a:xfrm>
            <a:off x="7338124" y="4981575"/>
            <a:ext cx="3365230" cy="552450"/>
            <a:chOff x="7338124" y="4981575"/>
            <a:chExt cx="3365230" cy="552450"/>
          </a:xfrm>
        </p:grpSpPr>
        <p:sp>
          <p:nvSpPr>
            <p:cNvPr id="245" name="s4_244">
              <a:extLst>
                <a:ext uri="{FF2B5EF4-FFF2-40B4-BE49-F238E27FC236}">
                  <a16:creationId xmlns:a16="http://schemas.microsoft.com/office/drawing/2014/main" id="{81CCE9DE-EB40-C4F2-466E-2F915A27C499}"/>
                </a:ext>
              </a:extLst>
            </p:cNvPr>
            <p:cNvSpPr/>
            <p:nvPr/>
          </p:nvSpPr>
          <p:spPr>
            <a:xfrm>
              <a:off x="7338124" y="4981575"/>
              <a:ext cx="30480" cy="55245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s4_245">
              <a:extLst>
                <a:ext uri="{FF2B5EF4-FFF2-40B4-BE49-F238E27FC236}">
                  <a16:creationId xmlns:a16="http://schemas.microsoft.com/office/drawing/2014/main" id="{25E19DDD-121B-9ACF-2060-17B67A46B11C}"/>
                </a:ext>
              </a:extLst>
            </p:cNvPr>
            <p:cNvSpPr/>
            <p:nvPr/>
          </p:nvSpPr>
          <p:spPr>
            <a:xfrm>
              <a:off x="7392792" y="5008563"/>
              <a:ext cx="30480" cy="49847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s4_246">
              <a:extLst>
                <a:ext uri="{FF2B5EF4-FFF2-40B4-BE49-F238E27FC236}">
                  <a16:creationId xmlns:a16="http://schemas.microsoft.com/office/drawing/2014/main" id="{0247AF53-E3CC-4085-5CA4-5EFCBFC4A39A}"/>
                </a:ext>
              </a:extLst>
            </p:cNvPr>
            <p:cNvSpPr/>
            <p:nvPr/>
          </p:nvSpPr>
          <p:spPr>
            <a:xfrm>
              <a:off x="7447460" y="5002213"/>
              <a:ext cx="30480" cy="51117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s4_247">
              <a:extLst>
                <a:ext uri="{FF2B5EF4-FFF2-40B4-BE49-F238E27FC236}">
                  <a16:creationId xmlns:a16="http://schemas.microsoft.com/office/drawing/2014/main" id="{82ADE3F8-5511-230C-098F-9255ECDC4BD5}"/>
                </a:ext>
              </a:extLst>
            </p:cNvPr>
            <p:cNvSpPr/>
            <p:nvPr/>
          </p:nvSpPr>
          <p:spPr>
            <a:xfrm>
              <a:off x="7502129" y="5034597"/>
              <a:ext cx="30480" cy="44640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s4_248">
              <a:extLst>
                <a:ext uri="{FF2B5EF4-FFF2-40B4-BE49-F238E27FC236}">
                  <a16:creationId xmlns:a16="http://schemas.microsoft.com/office/drawing/2014/main" id="{9D90C174-263D-1373-B6DE-4BF0A0C1C038}"/>
                </a:ext>
              </a:extLst>
            </p:cNvPr>
            <p:cNvSpPr/>
            <p:nvPr/>
          </p:nvSpPr>
          <p:spPr>
            <a:xfrm>
              <a:off x="7556797" y="5010785"/>
              <a:ext cx="30480" cy="4940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s4_249">
              <a:extLst>
                <a:ext uri="{FF2B5EF4-FFF2-40B4-BE49-F238E27FC236}">
                  <a16:creationId xmlns:a16="http://schemas.microsoft.com/office/drawing/2014/main" id="{17C217D7-B707-EA61-D74A-0BA3322E862B}"/>
                </a:ext>
              </a:extLst>
            </p:cNvPr>
            <p:cNvSpPr/>
            <p:nvPr/>
          </p:nvSpPr>
          <p:spPr>
            <a:xfrm>
              <a:off x="7611465" y="5088255"/>
              <a:ext cx="30480" cy="33909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s4_250">
              <a:extLst>
                <a:ext uri="{FF2B5EF4-FFF2-40B4-BE49-F238E27FC236}">
                  <a16:creationId xmlns:a16="http://schemas.microsoft.com/office/drawing/2014/main" id="{F772362D-864F-60AE-B53A-0C2051350469}"/>
                </a:ext>
              </a:extLst>
            </p:cNvPr>
            <p:cNvSpPr/>
            <p:nvPr/>
          </p:nvSpPr>
          <p:spPr>
            <a:xfrm>
              <a:off x="7666133" y="5009833"/>
              <a:ext cx="30480" cy="49593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s4_251">
              <a:extLst>
                <a:ext uri="{FF2B5EF4-FFF2-40B4-BE49-F238E27FC236}">
                  <a16:creationId xmlns:a16="http://schemas.microsoft.com/office/drawing/2014/main" id="{A0646C66-1F2D-6F03-C425-EC07A8DC847D}"/>
                </a:ext>
              </a:extLst>
            </p:cNvPr>
            <p:cNvSpPr/>
            <p:nvPr/>
          </p:nvSpPr>
          <p:spPr>
            <a:xfrm>
              <a:off x="7720801" y="5054283"/>
              <a:ext cx="30480" cy="40703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s4_252">
              <a:extLst>
                <a:ext uri="{FF2B5EF4-FFF2-40B4-BE49-F238E27FC236}">
                  <a16:creationId xmlns:a16="http://schemas.microsoft.com/office/drawing/2014/main" id="{1AC8A5DB-BA7B-EC41-2DE0-99077AAE3473}"/>
                </a:ext>
              </a:extLst>
            </p:cNvPr>
            <p:cNvSpPr/>
            <p:nvPr/>
          </p:nvSpPr>
          <p:spPr>
            <a:xfrm>
              <a:off x="7775469" y="5045710"/>
              <a:ext cx="30480" cy="4241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s4_253">
              <a:extLst>
                <a:ext uri="{FF2B5EF4-FFF2-40B4-BE49-F238E27FC236}">
                  <a16:creationId xmlns:a16="http://schemas.microsoft.com/office/drawing/2014/main" id="{142D1F51-F05A-D975-62A9-9F173FD2B4CE}"/>
                </a:ext>
              </a:extLst>
            </p:cNvPr>
            <p:cNvSpPr/>
            <p:nvPr/>
          </p:nvSpPr>
          <p:spPr>
            <a:xfrm>
              <a:off x="7830137" y="5047615"/>
              <a:ext cx="30480" cy="42037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s4_254">
              <a:extLst>
                <a:ext uri="{FF2B5EF4-FFF2-40B4-BE49-F238E27FC236}">
                  <a16:creationId xmlns:a16="http://schemas.microsoft.com/office/drawing/2014/main" id="{6866154D-39DA-CFAC-B0FC-413A5537C4A8}"/>
                </a:ext>
              </a:extLst>
            </p:cNvPr>
            <p:cNvSpPr/>
            <p:nvPr/>
          </p:nvSpPr>
          <p:spPr>
            <a:xfrm>
              <a:off x="7884805" y="5021263"/>
              <a:ext cx="30480" cy="47307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s4_255">
              <a:extLst>
                <a:ext uri="{FF2B5EF4-FFF2-40B4-BE49-F238E27FC236}">
                  <a16:creationId xmlns:a16="http://schemas.microsoft.com/office/drawing/2014/main" id="{BF2E7B64-86EB-4118-5884-AE9F937ECD3F}"/>
                </a:ext>
              </a:extLst>
            </p:cNvPr>
            <p:cNvSpPr/>
            <p:nvPr/>
          </p:nvSpPr>
          <p:spPr>
            <a:xfrm>
              <a:off x="7939473" y="4992688"/>
              <a:ext cx="30480" cy="53022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s4_256">
              <a:extLst>
                <a:ext uri="{FF2B5EF4-FFF2-40B4-BE49-F238E27FC236}">
                  <a16:creationId xmlns:a16="http://schemas.microsoft.com/office/drawing/2014/main" id="{8749172D-CB10-3135-358A-D4141D712DA5}"/>
                </a:ext>
              </a:extLst>
            </p:cNvPr>
            <p:cNvSpPr/>
            <p:nvPr/>
          </p:nvSpPr>
          <p:spPr>
            <a:xfrm>
              <a:off x="7994141" y="5045075"/>
              <a:ext cx="30480" cy="42545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s4_257">
              <a:extLst>
                <a:ext uri="{FF2B5EF4-FFF2-40B4-BE49-F238E27FC236}">
                  <a16:creationId xmlns:a16="http://schemas.microsoft.com/office/drawing/2014/main" id="{33FCC37E-B282-532F-6673-1C056D584738}"/>
                </a:ext>
              </a:extLst>
            </p:cNvPr>
            <p:cNvSpPr/>
            <p:nvPr/>
          </p:nvSpPr>
          <p:spPr>
            <a:xfrm>
              <a:off x="8048809" y="5019358"/>
              <a:ext cx="30480" cy="47688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s4_258">
              <a:extLst>
                <a:ext uri="{FF2B5EF4-FFF2-40B4-BE49-F238E27FC236}">
                  <a16:creationId xmlns:a16="http://schemas.microsoft.com/office/drawing/2014/main" id="{1AC0B39A-AA77-F7B6-8B03-653ADA7F7463}"/>
                </a:ext>
              </a:extLst>
            </p:cNvPr>
            <p:cNvSpPr/>
            <p:nvPr/>
          </p:nvSpPr>
          <p:spPr>
            <a:xfrm>
              <a:off x="8103477" y="5066030"/>
              <a:ext cx="30480" cy="3835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s4_259">
              <a:extLst>
                <a:ext uri="{FF2B5EF4-FFF2-40B4-BE49-F238E27FC236}">
                  <a16:creationId xmlns:a16="http://schemas.microsoft.com/office/drawing/2014/main" id="{CA072456-6972-B89C-8B2C-D3676373EBD0}"/>
                </a:ext>
              </a:extLst>
            </p:cNvPr>
            <p:cNvSpPr/>
            <p:nvPr/>
          </p:nvSpPr>
          <p:spPr>
            <a:xfrm>
              <a:off x="8158145" y="5015547"/>
              <a:ext cx="30480" cy="48450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s4_260">
              <a:extLst>
                <a:ext uri="{FF2B5EF4-FFF2-40B4-BE49-F238E27FC236}">
                  <a16:creationId xmlns:a16="http://schemas.microsoft.com/office/drawing/2014/main" id="{57270809-D216-F546-9BD9-1620DEDEF3FA}"/>
                </a:ext>
              </a:extLst>
            </p:cNvPr>
            <p:cNvSpPr/>
            <p:nvPr/>
          </p:nvSpPr>
          <p:spPr>
            <a:xfrm>
              <a:off x="8212813" y="5002530"/>
              <a:ext cx="30480" cy="5105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s4_261">
              <a:extLst>
                <a:ext uri="{FF2B5EF4-FFF2-40B4-BE49-F238E27FC236}">
                  <a16:creationId xmlns:a16="http://schemas.microsoft.com/office/drawing/2014/main" id="{C66D9169-92B4-E2C1-70BE-CE1C76977852}"/>
                </a:ext>
              </a:extLst>
            </p:cNvPr>
            <p:cNvSpPr/>
            <p:nvPr/>
          </p:nvSpPr>
          <p:spPr>
            <a:xfrm>
              <a:off x="8267481" y="5020628"/>
              <a:ext cx="30480" cy="47434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s4_262">
              <a:extLst>
                <a:ext uri="{FF2B5EF4-FFF2-40B4-BE49-F238E27FC236}">
                  <a16:creationId xmlns:a16="http://schemas.microsoft.com/office/drawing/2014/main" id="{971FD22C-7CC1-8D4D-BDB4-91B9C4F1D51D}"/>
                </a:ext>
              </a:extLst>
            </p:cNvPr>
            <p:cNvSpPr/>
            <p:nvPr/>
          </p:nvSpPr>
          <p:spPr>
            <a:xfrm>
              <a:off x="8322149" y="5034280"/>
              <a:ext cx="30480" cy="4470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s4_263">
              <a:extLst>
                <a:ext uri="{FF2B5EF4-FFF2-40B4-BE49-F238E27FC236}">
                  <a16:creationId xmlns:a16="http://schemas.microsoft.com/office/drawing/2014/main" id="{DB3D63FD-85C5-311D-EB3B-73DC25F8461F}"/>
                </a:ext>
              </a:extLst>
            </p:cNvPr>
            <p:cNvSpPr/>
            <p:nvPr/>
          </p:nvSpPr>
          <p:spPr>
            <a:xfrm>
              <a:off x="8376817" y="5023485"/>
              <a:ext cx="30480" cy="4686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s4_264">
              <a:extLst>
                <a:ext uri="{FF2B5EF4-FFF2-40B4-BE49-F238E27FC236}">
                  <a16:creationId xmlns:a16="http://schemas.microsoft.com/office/drawing/2014/main" id="{D5CE210C-F575-0512-0821-C70680CA2B98}"/>
                </a:ext>
              </a:extLst>
            </p:cNvPr>
            <p:cNvSpPr/>
            <p:nvPr/>
          </p:nvSpPr>
          <p:spPr>
            <a:xfrm>
              <a:off x="8431485" y="5026025"/>
              <a:ext cx="30480" cy="46355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s4_265">
              <a:extLst>
                <a:ext uri="{FF2B5EF4-FFF2-40B4-BE49-F238E27FC236}">
                  <a16:creationId xmlns:a16="http://schemas.microsoft.com/office/drawing/2014/main" id="{0B279AB4-FA93-6E10-66A4-3CD58B47CE86}"/>
                </a:ext>
              </a:extLst>
            </p:cNvPr>
            <p:cNvSpPr/>
            <p:nvPr/>
          </p:nvSpPr>
          <p:spPr>
            <a:xfrm>
              <a:off x="8486153" y="5073650"/>
              <a:ext cx="30480" cy="36830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s4_266">
              <a:extLst>
                <a:ext uri="{FF2B5EF4-FFF2-40B4-BE49-F238E27FC236}">
                  <a16:creationId xmlns:a16="http://schemas.microsoft.com/office/drawing/2014/main" id="{DF6EBFE0-83F4-AC49-86CC-C2FEF936DE43}"/>
                </a:ext>
              </a:extLst>
            </p:cNvPr>
            <p:cNvSpPr/>
            <p:nvPr/>
          </p:nvSpPr>
          <p:spPr>
            <a:xfrm>
              <a:off x="8540821" y="5049203"/>
              <a:ext cx="30480" cy="4171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s4_267">
              <a:extLst>
                <a:ext uri="{FF2B5EF4-FFF2-40B4-BE49-F238E27FC236}">
                  <a16:creationId xmlns:a16="http://schemas.microsoft.com/office/drawing/2014/main" id="{76095C58-1F42-4166-2B33-543F822179EA}"/>
                </a:ext>
              </a:extLst>
            </p:cNvPr>
            <p:cNvSpPr/>
            <p:nvPr/>
          </p:nvSpPr>
          <p:spPr>
            <a:xfrm>
              <a:off x="8595489" y="5022533"/>
              <a:ext cx="30481" cy="47053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s4_268">
              <a:extLst>
                <a:ext uri="{FF2B5EF4-FFF2-40B4-BE49-F238E27FC236}">
                  <a16:creationId xmlns:a16="http://schemas.microsoft.com/office/drawing/2014/main" id="{BE0A1C49-9A25-A0F2-8D61-3AB6415AD1F4}"/>
                </a:ext>
              </a:extLst>
            </p:cNvPr>
            <p:cNvSpPr/>
            <p:nvPr/>
          </p:nvSpPr>
          <p:spPr>
            <a:xfrm>
              <a:off x="8650157" y="5032692"/>
              <a:ext cx="30481" cy="45021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s4_269">
              <a:extLst>
                <a:ext uri="{FF2B5EF4-FFF2-40B4-BE49-F238E27FC236}">
                  <a16:creationId xmlns:a16="http://schemas.microsoft.com/office/drawing/2014/main" id="{7F48FD3C-4F34-FEBB-B7DC-8904834D29B0}"/>
                </a:ext>
              </a:extLst>
            </p:cNvPr>
            <p:cNvSpPr/>
            <p:nvPr/>
          </p:nvSpPr>
          <p:spPr>
            <a:xfrm>
              <a:off x="8704825" y="5106353"/>
              <a:ext cx="30481" cy="3028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s4_270">
              <a:extLst>
                <a:ext uri="{FF2B5EF4-FFF2-40B4-BE49-F238E27FC236}">
                  <a16:creationId xmlns:a16="http://schemas.microsoft.com/office/drawing/2014/main" id="{DC7A213B-71BD-CAC5-C97D-D1A1A2CE96CB}"/>
                </a:ext>
              </a:extLst>
            </p:cNvPr>
            <p:cNvSpPr/>
            <p:nvPr/>
          </p:nvSpPr>
          <p:spPr>
            <a:xfrm>
              <a:off x="8759493" y="5026978"/>
              <a:ext cx="30481" cy="46164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s4_271">
              <a:extLst>
                <a:ext uri="{FF2B5EF4-FFF2-40B4-BE49-F238E27FC236}">
                  <a16:creationId xmlns:a16="http://schemas.microsoft.com/office/drawing/2014/main" id="{736E93A8-ABF3-9ACE-8C69-F4249F2A075C}"/>
                </a:ext>
              </a:extLst>
            </p:cNvPr>
            <p:cNvSpPr/>
            <p:nvPr/>
          </p:nvSpPr>
          <p:spPr>
            <a:xfrm>
              <a:off x="8814161" y="5034280"/>
              <a:ext cx="30481" cy="4470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s4_272">
              <a:extLst>
                <a:ext uri="{FF2B5EF4-FFF2-40B4-BE49-F238E27FC236}">
                  <a16:creationId xmlns:a16="http://schemas.microsoft.com/office/drawing/2014/main" id="{A8E733D5-37AA-0E89-61AB-0588C082B12A}"/>
                </a:ext>
              </a:extLst>
            </p:cNvPr>
            <p:cNvSpPr/>
            <p:nvPr/>
          </p:nvSpPr>
          <p:spPr>
            <a:xfrm>
              <a:off x="8868829" y="5041265"/>
              <a:ext cx="30481" cy="43307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s4_273">
              <a:extLst>
                <a:ext uri="{FF2B5EF4-FFF2-40B4-BE49-F238E27FC236}">
                  <a16:creationId xmlns:a16="http://schemas.microsoft.com/office/drawing/2014/main" id="{8572671E-4B8C-2432-40CC-BF029574DB76}"/>
                </a:ext>
              </a:extLst>
            </p:cNvPr>
            <p:cNvSpPr/>
            <p:nvPr/>
          </p:nvSpPr>
          <p:spPr>
            <a:xfrm>
              <a:off x="8923497" y="5022533"/>
              <a:ext cx="30480" cy="47053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s4_274">
              <a:extLst>
                <a:ext uri="{FF2B5EF4-FFF2-40B4-BE49-F238E27FC236}">
                  <a16:creationId xmlns:a16="http://schemas.microsoft.com/office/drawing/2014/main" id="{969CA289-3CD7-874A-472E-AADA69E2920D}"/>
                </a:ext>
              </a:extLst>
            </p:cNvPr>
            <p:cNvSpPr/>
            <p:nvPr/>
          </p:nvSpPr>
          <p:spPr>
            <a:xfrm>
              <a:off x="8978165" y="5006022"/>
              <a:ext cx="30480" cy="50355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s4_275">
              <a:extLst>
                <a:ext uri="{FF2B5EF4-FFF2-40B4-BE49-F238E27FC236}">
                  <a16:creationId xmlns:a16="http://schemas.microsoft.com/office/drawing/2014/main" id="{1E1652FE-2268-F02B-A3C9-500A0068FDA6}"/>
                </a:ext>
              </a:extLst>
            </p:cNvPr>
            <p:cNvSpPr/>
            <p:nvPr/>
          </p:nvSpPr>
          <p:spPr>
            <a:xfrm>
              <a:off x="9032833" y="4998720"/>
              <a:ext cx="30480" cy="51816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s4_276">
              <a:extLst>
                <a:ext uri="{FF2B5EF4-FFF2-40B4-BE49-F238E27FC236}">
                  <a16:creationId xmlns:a16="http://schemas.microsoft.com/office/drawing/2014/main" id="{0D6A1D3F-F0F2-F41C-98D2-1AB085F01C1A}"/>
                </a:ext>
              </a:extLst>
            </p:cNvPr>
            <p:cNvSpPr/>
            <p:nvPr/>
          </p:nvSpPr>
          <p:spPr>
            <a:xfrm>
              <a:off x="9087501" y="5014595"/>
              <a:ext cx="30480" cy="48641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s4_277">
              <a:extLst>
                <a:ext uri="{FF2B5EF4-FFF2-40B4-BE49-F238E27FC236}">
                  <a16:creationId xmlns:a16="http://schemas.microsoft.com/office/drawing/2014/main" id="{81714742-B13F-C628-A5F7-5465792C7486}"/>
                </a:ext>
              </a:extLst>
            </p:cNvPr>
            <p:cNvSpPr/>
            <p:nvPr/>
          </p:nvSpPr>
          <p:spPr>
            <a:xfrm>
              <a:off x="9142169" y="5026660"/>
              <a:ext cx="30480" cy="4622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s4_278">
              <a:extLst>
                <a:ext uri="{FF2B5EF4-FFF2-40B4-BE49-F238E27FC236}">
                  <a16:creationId xmlns:a16="http://schemas.microsoft.com/office/drawing/2014/main" id="{080F2C03-BEE6-F5AD-C571-240406FB0F15}"/>
                </a:ext>
              </a:extLst>
            </p:cNvPr>
            <p:cNvSpPr/>
            <p:nvPr/>
          </p:nvSpPr>
          <p:spPr>
            <a:xfrm>
              <a:off x="9196837" y="5039995"/>
              <a:ext cx="30480" cy="43561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s4_279">
              <a:extLst>
                <a:ext uri="{FF2B5EF4-FFF2-40B4-BE49-F238E27FC236}">
                  <a16:creationId xmlns:a16="http://schemas.microsoft.com/office/drawing/2014/main" id="{AE7C546B-4852-1CD9-9379-618FC57BD961}"/>
                </a:ext>
              </a:extLst>
            </p:cNvPr>
            <p:cNvSpPr/>
            <p:nvPr/>
          </p:nvSpPr>
          <p:spPr>
            <a:xfrm>
              <a:off x="9251505" y="5055553"/>
              <a:ext cx="30480" cy="4044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s4_280">
              <a:extLst>
                <a:ext uri="{FF2B5EF4-FFF2-40B4-BE49-F238E27FC236}">
                  <a16:creationId xmlns:a16="http://schemas.microsoft.com/office/drawing/2014/main" id="{F79D807F-9F9B-79A3-7E11-CB9CA72AD7B0}"/>
                </a:ext>
              </a:extLst>
            </p:cNvPr>
            <p:cNvSpPr/>
            <p:nvPr/>
          </p:nvSpPr>
          <p:spPr>
            <a:xfrm>
              <a:off x="9306173" y="5054917"/>
              <a:ext cx="30480" cy="40576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s4_281">
              <a:extLst>
                <a:ext uri="{FF2B5EF4-FFF2-40B4-BE49-F238E27FC236}">
                  <a16:creationId xmlns:a16="http://schemas.microsoft.com/office/drawing/2014/main" id="{5EAE8FCD-3964-988C-BBBC-C75BA1EDBFC1}"/>
                </a:ext>
              </a:extLst>
            </p:cNvPr>
            <p:cNvSpPr/>
            <p:nvPr/>
          </p:nvSpPr>
          <p:spPr>
            <a:xfrm>
              <a:off x="9360841" y="5038408"/>
              <a:ext cx="30480" cy="43878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s4_282">
              <a:extLst>
                <a:ext uri="{FF2B5EF4-FFF2-40B4-BE49-F238E27FC236}">
                  <a16:creationId xmlns:a16="http://schemas.microsoft.com/office/drawing/2014/main" id="{17DFC25B-61B1-70A9-F60C-03EB6A3865D4}"/>
                </a:ext>
              </a:extLst>
            </p:cNvPr>
            <p:cNvSpPr/>
            <p:nvPr/>
          </p:nvSpPr>
          <p:spPr>
            <a:xfrm>
              <a:off x="9415509" y="5048567"/>
              <a:ext cx="30480" cy="41846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s4_283">
              <a:extLst>
                <a:ext uri="{FF2B5EF4-FFF2-40B4-BE49-F238E27FC236}">
                  <a16:creationId xmlns:a16="http://schemas.microsoft.com/office/drawing/2014/main" id="{3543D4F3-7F8B-0BB1-2DEC-4EE658B0F910}"/>
                </a:ext>
              </a:extLst>
            </p:cNvPr>
            <p:cNvSpPr/>
            <p:nvPr/>
          </p:nvSpPr>
          <p:spPr>
            <a:xfrm>
              <a:off x="9470177" y="5119370"/>
              <a:ext cx="30480" cy="27686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s4_284">
              <a:extLst>
                <a:ext uri="{FF2B5EF4-FFF2-40B4-BE49-F238E27FC236}">
                  <a16:creationId xmlns:a16="http://schemas.microsoft.com/office/drawing/2014/main" id="{D5BE54E8-88A8-D720-9E91-CD0B61FE9405}"/>
                </a:ext>
              </a:extLst>
            </p:cNvPr>
            <p:cNvSpPr/>
            <p:nvPr/>
          </p:nvSpPr>
          <p:spPr>
            <a:xfrm>
              <a:off x="9524845" y="5013642"/>
              <a:ext cx="30480" cy="48831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s4_285">
              <a:extLst>
                <a:ext uri="{FF2B5EF4-FFF2-40B4-BE49-F238E27FC236}">
                  <a16:creationId xmlns:a16="http://schemas.microsoft.com/office/drawing/2014/main" id="{C8E7E709-FC47-748B-1373-2D9E31333187}"/>
                </a:ext>
              </a:extLst>
            </p:cNvPr>
            <p:cNvSpPr/>
            <p:nvPr/>
          </p:nvSpPr>
          <p:spPr>
            <a:xfrm>
              <a:off x="9579513" y="5029835"/>
              <a:ext cx="30480" cy="4559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s4_286">
              <a:extLst>
                <a:ext uri="{FF2B5EF4-FFF2-40B4-BE49-F238E27FC236}">
                  <a16:creationId xmlns:a16="http://schemas.microsoft.com/office/drawing/2014/main" id="{91160384-8363-1E2A-0AC4-648473E15BDE}"/>
                </a:ext>
              </a:extLst>
            </p:cNvPr>
            <p:cNvSpPr/>
            <p:nvPr/>
          </p:nvSpPr>
          <p:spPr>
            <a:xfrm>
              <a:off x="9634181" y="5163185"/>
              <a:ext cx="30480" cy="1892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s4_287">
              <a:extLst>
                <a:ext uri="{FF2B5EF4-FFF2-40B4-BE49-F238E27FC236}">
                  <a16:creationId xmlns:a16="http://schemas.microsoft.com/office/drawing/2014/main" id="{E782BB71-403E-ADF3-431C-6953925B8A9C}"/>
                </a:ext>
              </a:extLst>
            </p:cNvPr>
            <p:cNvSpPr/>
            <p:nvPr/>
          </p:nvSpPr>
          <p:spPr>
            <a:xfrm>
              <a:off x="9688850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s4_288">
              <a:extLst>
                <a:ext uri="{FF2B5EF4-FFF2-40B4-BE49-F238E27FC236}">
                  <a16:creationId xmlns:a16="http://schemas.microsoft.com/office/drawing/2014/main" id="{405D1369-70E6-E7D7-46B2-36B789BBABCB}"/>
                </a:ext>
              </a:extLst>
            </p:cNvPr>
            <p:cNvSpPr/>
            <p:nvPr/>
          </p:nvSpPr>
          <p:spPr>
            <a:xfrm>
              <a:off x="9743518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s4_289">
              <a:extLst>
                <a:ext uri="{FF2B5EF4-FFF2-40B4-BE49-F238E27FC236}">
                  <a16:creationId xmlns:a16="http://schemas.microsoft.com/office/drawing/2014/main" id="{1B829E9A-FE98-53E6-3800-4C2A979477C9}"/>
                </a:ext>
              </a:extLst>
            </p:cNvPr>
            <p:cNvSpPr/>
            <p:nvPr/>
          </p:nvSpPr>
          <p:spPr>
            <a:xfrm>
              <a:off x="9798186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s4_290">
              <a:extLst>
                <a:ext uri="{FF2B5EF4-FFF2-40B4-BE49-F238E27FC236}">
                  <a16:creationId xmlns:a16="http://schemas.microsoft.com/office/drawing/2014/main" id="{614980C9-8409-FFB9-4940-3C3A20467B54}"/>
                </a:ext>
              </a:extLst>
            </p:cNvPr>
            <p:cNvSpPr/>
            <p:nvPr/>
          </p:nvSpPr>
          <p:spPr>
            <a:xfrm>
              <a:off x="9852854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s4_291">
              <a:extLst>
                <a:ext uri="{FF2B5EF4-FFF2-40B4-BE49-F238E27FC236}">
                  <a16:creationId xmlns:a16="http://schemas.microsoft.com/office/drawing/2014/main" id="{AC0A726D-67CD-1D1A-9E73-4DD1A0204F39}"/>
                </a:ext>
              </a:extLst>
            </p:cNvPr>
            <p:cNvSpPr/>
            <p:nvPr/>
          </p:nvSpPr>
          <p:spPr>
            <a:xfrm>
              <a:off x="9907522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s4_292">
              <a:extLst>
                <a:ext uri="{FF2B5EF4-FFF2-40B4-BE49-F238E27FC236}">
                  <a16:creationId xmlns:a16="http://schemas.microsoft.com/office/drawing/2014/main" id="{F86A7895-B233-47A1-C478-B3B9AE0380B6}"/>
                </a:ext>
              </a:extLst>
            </p:cNvPr>
            <p:cNvSpPr/>
            <p:nvPr/>
          </p:nvSpPr>
          <p:spPr>
            <a:xfrm>
              <a:off x="9962190" y="5070158"/>
              <a:ext cx="30480" cy="37528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s4_293">
              <a:extLst>
                <a:ext uri="{FF2B5EF4-FFF2-40B4-BE49-F238E27FC236}">
                  <a16:creationId xmlns:a16="http://schemas.microsoft.com/office/drawing/2014/main" id="{BBB5A85E-C0BA-00C7-684C-3EFBD25D7F1E}"/>
                </a:ext>
              </a:extLst>
            </p:cNvPr>
            <p:cNvSpPr/>
            <p:nvPr/>
          </p:nvSpPr>
          <p:spPr>
            <a:xfrm>
              <a:off x="10016858" y="5105717"/>
              <a:ext cx="30480" cy="30416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s4_294">
              <a:extLst>
                <a:ext uri="{FF2B5EF4-FFF2-40B4-BE49-F238E27FC236}">
                  <a16:creationId xmlns:a16="http://schemas.microsoft.com/office/drawing/2014/main" id="{C60C3C10-98C2-F637-DB2B-1487E7C8336F}"/>
                </a:ext>
              </a:extLst>
            </p:cNvPr>
            <p:cNvSpPr/>
            <p:nvPr/>
          </p:nvSpPr>
          <p:spPr>
            <a:xfrm>
              <a:off x="10071526" y="4985703"/>
              <a:ext cx="30480" cy="5441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s4_295">
              <a:extLst>
                <a:ext uri="{FF2B5EF4-FFF2-40B4-BE49-F238E27FC236}">
                  <a16:creationId xmlns:a16="http://schemas.microsoft.com/office/drawing/2014/main" id="{CF725385-351A-9BAA-3CD1-79545D435DB5}"/>
                </a:ext>
              </a:extLst>
            </p:cNvPr>
            <p:cNvSpPr/>
            <p:nvPr/>
          </p:nvSpPr>
          <p:spPr>
            <a:xfrm>
              <a:off x="10126194" y="5036185"/>
              <a:ext cx="30480" cy="4432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s4_296">
              <a:extLst>
                <a:ext uri="{FF2B5EF4-FFF2-40B4-BE49-F238E27FC236}">
                  <a16:creationId xmlns:a16="http://schemas.microsoft.com/office/drawing/2014/main" id="{85DE8E80-B071-B73B-A4FC-4C6D59378FE5}"/>
                </a:ext>
              </a:extLst>
            </p:cNvPr>
            <p:cNvSpPr/>
            <p:nvPr/>
          </p:nvSpPr>
          <p:spPr>
            <a:xfrm>
              <a:off x="10180862" y="5073015"/>
              <a:ext cx="30480" cy="36957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s4_297">
              <a:extLst>
                <a:ext uri="{FF2B5EF4-FFF2-40B4-BE49-F238E27FC236}">
                  <a16:creationId xmlns:a16="http://schemas.microsoft.com/office/drawing/2014/main" id="{7E0A11EA-2E2F-5A4C-BECA-D692877D4532}"/>
                </a:ext>
              </a:extLst>
            </p:cNvPr>
            <p:cNvSpPr/>
            <p:nvPr/>
          </p:nvSpPr>
          <p:spPr>
            <a:xfrm>
              <a:off x="10235529" y="5026342"/>
              <a:ext cx="30481" cy="46291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s4_298">
              <a:extLst>
                <a:ext uri="{FF2B5EF4-FFF2-40B4-BE49-F238E27FC236}">
                  <a16:creationId xmlns:a16="http://schemas.microsoft.com/office/drawing/2014/main" id="{96992B9B-3529-9FA8-F3AB-BB79FB39C283}"/>
                </a:ext>
              </a:extLst>
            </p:cNvPr>
            <p:cNvSpPr/>
            <p:nvPr/>
          </p:nvSpPr>
          <p:spPr>
            <a:xfrm>
              <a:off x="10290197" y="5050790"/>
              <a:ext cx="30481" cy="41402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s4_299">
              <a:extLst>
                <a:ext uri="{FF2B5EF4-FFF2-40B4-BE49-F238E27FC236}">
                  <a16:creationId xmlns:a16="http://schemas.microsoft.com/office/drawing/2014/main" id="{AC536A57-3174-03DB-C83C-BD1870665718}"/>
                </a:ext>
              </a:extLst>
            </p:cNvPr>
            <p:cNvSpPr/>
            <p:nvPr/>
          </p:nvSpPr>
          <p:spPr>
            <a:xfrm>
              <a:off x="10344865" y="5221605"/>
              <a:ext cx="30481" cy="7239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s4_300">
              <a:extLst>
                <a:ext uri="{FF2B5EF4-FFF2-40B4-BE49-F238E27FC236}">
                  <a16:creationId xmlns:a16="http://schemas.microsoft.com/office/drawing/2014/main" id="{58408E5A-76AE-90DA-C806-B22BC0BDEA7F}"/>
                </a:ext>
              </a:extLst>
            </p:cNvPr>
            <p:cNvSpPr/>
            <p:nvPr/>
          </p:nvSpPr>
          <p:spPr>
            <a:xfrm>
              <a:off x="10399533" y="52425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s4_301">
              <a:extLst>
                <a:ext uri="{FF2B5EF4-FFF2-40B4-BE49-F238E27FC236}">
                  <a16:creationId xmlns:a16="http://schemas.microsoft.com/office/drawing/2014/main" id="{D9AB816A-FF82-76C5-8AA9-8B3259C2CAEC}"/>
                </a:ext>
              </a:extLst>
            </p:cNvPr>
            <p:cNvSpPr/>
            <p:nvPr/>
          </p:nvSpPr>
          <p:spPr>
            <a:xfrm>
              <a:off x="10454201" y="52425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s4_302">
              <a:extLst>
                <a:ext uri="{FF2B5EF4-FFF2-40B4-BE49-F238E27FC236}">
                  <a16:creationId xmlns:a16="http://schemas.microsoft.com/office/drawing/2014/main" id="{D8DAAC45-0246-5D27-7CAF-2A9BC42304EA}"/>
                </a:ext>
              </a:extLst>
            </p:cNvPr>
            <p:cNvSpPr/>
            <p:nvPr/>
          </p:nvSpPr>
          <p:spPr>
            <a:xfrm>
              <a:off x="10508869" y="52425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s4_303">
              <a:extLst>
                <a:ext uri="{FF2B5EF4-FFF2-40B4-BE49-F238E27FC236}">
                  <a16:creationId xmlns:a16="http://schemas.microsoft.com/office/drawing/2014/main" id="{85463F56-E710-684D-A52D-EE9BAAA3CE03}"/>
                </a:ext>
              </a:extLst>
            </p:cNvPr>
            <p:cNvSpPr/>
            <p:nvPr/>
          </p:nvSpPr>
          <p:spPr>
            <a:xfrm>
              <a:off x="10563537" y="52425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s4_304">
              <a:extLst>
                <a:ext uri="{FF2B5EF4-FFF2-40B4-BE49-F238E27FC236}">
                  <a16:creationId xmlns:a16="http://schemas.microsoft.com/office/drawing/2014/main" id="{0F2E1979-F476-C207-8E99-CE587929BE11}"/>
                </a:ext>
              </a:extLst>
            </p:cNvPr>
            <p:cNvSpPr/>
            <p:nvPr/>
          </p:nvSpPr>
          <p:spPr>
            <a:xfrm>
              <a:off x="10618205" y="52425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s4_305">
              <a:extLst>
                <a:ext uri="{FF2B5EF4-FFF2-40B4-BE49-F238E27FC236}">
                  <a16:creationId xmlns:a16="http://schemas.microsoft.com/office/drawing/2014/main" id="{71370347-8E5D-37A2-AD6C-DB5353ED2C4E}"/>
                </a:ext>
              </a:extLst>
            </p:cNvPr>
            <p:cNvSpPr/>
            <p:nvPr/>
          </p:nvSpPr>
          <p:spPr>
            <a:xfrm>
              <a:off x="10672873" y="5190490"/>
              <a:ext cx="30481" cy="13462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45282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35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5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5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35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 animBg="1"/>
      <p:bldP spid="204" grpId="0"/>
      <p:bldP spid="211" grpId="0" animBg="1"/>
      <p:bldP spid="213" grpId="0"/>
      <p:bldP spid="214" grpId="0" animBg="1"/>
      <p:bldP spid="228" grpId="0" animBg="1"/>
      <p:bldP spid="230" grpId="0"/>
      <p:bldP spid="240" grpId="0" animBg="1"/>
      <p:bldP spid="242" grpId="0"/>
      <p:bldP spid="2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>
            <a:extLst>
              <a:ext uri="{FF2B5EF4-FFF2-40B4-BE49-F238E27FC236}">
                <a16:creationId xmlns:a16="http://schemas.microsoft.com/office/drawing/2014/main" id="{4E0D04EB-43F3-F24D-BD1F-BBCD9B67121A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AFTER</a:t>
            </a:r>
          </a:p>
        </p:txBody>
      </p:sp>
      <p:sp>
        <p:nvSpPr>
          <p:cNvPr id="3" name="!!transcript">
            <a:extLst>
              <a:ext uri="{FF2B5EF4-FFF2-40B4-BE49-F238E27FC236}">
                <a16:creationId xmlns:a16="http://schemas.microsoft.com/office/drawing/2014/main" id="{40A3E025-2082-A4AE-DD42-54CE47E5577C}"/>
              </a:ext>
            </a:extLst>
          </p:cNvPr>
          <p:cNvSpPr txBox="1"/>
          <p:nvPr/>
        </p:nvSpPr>
        <p:spPr>
          <a:xfrm>
            <a:off x="711200" y="1168399"/>
            <a:ext cx="10769600" cy="330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600">
                <a:solidFill>
                  <a:srgbClr val="F3F2EE"/>
                </a:solidFill>
                <a:latin typeface="Sitka Text" pitchFamily="2" charset="0"/>
              </a:rPr>
              <a:t>Hey, Maya! So, about this weekend, I'll meet you on Wednesday at 5 at the cafe. And can you bring the, the board game? Okay, see you then!</a:t>
            </a:r>
          </a:p>
        </p:txBody>
      </p:sp>
      <p:sp>
        <p:nvSpPr>
          <p:cNvPr id="4" name="!!b000">
            <a:extLst>
              <a:ext uri="{FF2B5EF4-FFF2-40B4-BE49-F238E27FC236}">
                <a16:creationId xmlns:a16="http://schemas.microsoft.com/office/drawing/2014/main" id="{333EA990-5685-4954-6CC7-0BECD6C8BC18}"/>
              </a:ext>
            </a:extLst>
          </p:cNvPr>
          <p:cNvSpPr/>
          <p:nvPr/>
        </p:nvSpPr>
        <p:spPr>
          <a:xfrm>
            <a:off x="722322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b001">
            <a:extLst>
              <a:ext uri="{FF2B5EF4-FFF2-40B4-BE49-F238E27FC236}">
                <a16:creationId xmlns:a16="http://schemas.microsoft.com/office/drawing/2014/main" id="{89C62010-A2DE-999F-7DA0-6F01E78B59E3}"/>
              </a:ext>
            </a:extLst>
          </p:cNvPr>
          <p:cNvSpPr/>
          <p:nvPr/>
        </p:nvSpPr>
        <p:spPr>
          <a:xfrm>
            <a:off x="775047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b002">
            <a:extLst>
              <a:ext uri="{FF2B5EF4-FFF2-40B4-BE49-F238E27FC236}">
                <a16:creationId xmlns:a16="http://schemas.microsoft.com/office/drawing/2014/main" id="{1D3AD405-F60D-806A-A7D0-854DA50CA262}"/>
              </a:ext>
            </a:extLst>
          </p:cNvPr>
          <p:cNvSpPr/>
          <p:nvPr/>
        </p:nvSpPr>
        <p:spPr>
          <a:xfrm>
            <a:off x="827771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b003">
            <a:extLst>
              <a:ext uri="{FF2B5EF4-FFF2-40B4-BE49-F238E27FC236}">
                <a16:creationId xmlns:a16="http://schemas.microsoft.com/office/drawing/2014/main" id="{A74C2FBA-4A59-E726-CEC0-AC762ABC5BCD}"/>
              </a:ext>
            </a:extLst>
          </p:cNvPr>
          <p:cNvSpPr/>
          <p:nvPr/>
        </p:nvSpPr>
        <p:spPr>
          <a:xfrm>
            <a:off x="880495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b004">
            <a:extLst>
              <a:ext uri="{FF2B5EF4-FFF2-40B4-BE49-F238E27FC236}">
                <a16:creationId xmlns:a16="http://schemas.microsoft.com/office/drawing/2014/main" id="{8A7EF0F7-DCA9-363E-A523-8ED1AFCA7F43}"/>
              </a:ext>
            </a:extLst>
          </p:cNvPr>
          <p:cNvSpPr/>
          <p:nvPr/>
        </p:nvSpPr>
        <p:spPr>
          <a:xfrm>
            <a:off x="933220" y="5026025"/>
            <a:ext cx="30480" cy="4635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b005">
            <a:extLst>
              <a:ext uri="{FF2B5EF4-FFF2-40B4-BE49-F238E27FC236}">
                <a16:creationId xmlns:a16="http://schemas.microsoft.com/office/drawing/2014/main" id="{5A85C887-FDFD-B4BC-6FF1-17C1BC20776D}"/>
              </a:ext>
            </a:extLst>
          </p:cNvPr>
          <p:cNvSpPr/>
          <p:nvPr/>
        </p:nvSpPr>
        <p:spPr>
          <a:xfrm>
            <a:off x="985944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b006">
            <a:extLst>
              <a:ext uri="{FF2B5EF4-FFF2-40B4-BE49-F238E27FC236}">
                <a16:creationId xmlns:a16="http://schemas.microsoft.com/office/drawing/2014/main" id="{665D136B-32C0-E88C-7F4D-787F8C20F563}"/>
              </a:ext>
            </a:extLst>
          </p:cNvPr>
          <p:cNvSpPr/>
          <p:nvPr/>
        </p:nvSpPr>
        <p:spPr>
          <a:xfrm>
            <a:off x="1038669" y="4980622"/>
            <a:ext cx="30480" cy="55435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b007">
            <a:extLst>
              <a:ext uri="{FF2B5EF4-FFF2-40B4-BE49-F238E27FC236}">
                <a16:creationId xmlns:a16="http://schemas.microsoft.com/office/drawing/2014/main" id="{69C1545A-1EDC-6C2D-A817-30811CDB42B2}"/>
              </a:ext>
            </a:extLst>
          </p:cNvPr>
          <p:cNvSpPr/>
          <p:nvPr/>
        </p:nvSpPr>
        <p:spPr>
          <a:xfrm>
            <a:off x="1091393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b008">
            <a:extLst>
              <a:ext uri="{FF2B5EF4-FFF2-40B4-BE49-F238E27FC236}">
                <a16:creationId xmlns:a16="http://schemas.microsoft.com/office/drawing/2014/main" id="{B78B0033-FD09-9603-5022-5E153608D824}"/>
              </a:ext>
            </a:extLst>
          </p:cNvPr>
          <p:cNvSpPr/>
          <p:nvPr/>
        </p:nvSpPr>
        <p:spPr>
          <a:xfrm>
            <a:off x="1144117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b009">
            <a:extLst>
              <a:ext uri="{FF2B5EF4-FFF2-40B4-BE49-F238E27FC236}">
                <a16:creationId xmlns:a16="http://schemas.microsoft.com/office/drawing/2014/main" id="{CA01B807-6E77-6E7D-9E84-6A4ABB5488FD}"/>
              </a:ext>
            </a:extLst>
          </p:cNvPr>
          <p:cNvSpPr/>
          <p:nvPr/>
        </p:nvSpPr>
        <p:spPr>
          <a:xfrm>
            <a:off x="1196842" y="4945063"/>
            <a:ext cx="30480" cy="6254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b010">
            <a:extLst>
              <a:ext uri="{FF2B5EF4-FFF2-40B4-BE49-F238E27FC236}">
                <a16:creationId xmlns:a16="http://schemas.microsoft.com/office/drawing/2014/main" id="{0E2FBBA3-24D2-2D10-6F2C-613C998DB1B7}"/>
              </a:ext>
            </a:extLst>
          </p:cNvPr>
          <p:cNvSpPr/>
          <p:nvPr/>
        </p:nvSpPr>
        <p:spPr>
          <a:xfrm>
            <a:off x="1249566" y="4969828"/>
            <a:ext cx="30480" cy="57594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b011">
            <a:extLst>
              <a:ext uri="{FF2B5EF4-FFF2-40B4-BE49-F238E27FC236}">
                <a16:creationId xmlns:a16="http://schemas.microsoft.com/office/drawing/2014/main" id="{290F32F1-8902-AC30-7C9B-7E6680C279A6}"/>
              </a:ext>
            </a:extLst>
          </p:cNvPr>
          <p:cNvSpPr/>
          <p:nvPr/>
        </p:nvSpPr>
        <p:spPr>
          <a:xfrm>
            <a:off x="1302291" y="5147628"/>
            <a:ext cx="30480" cy="22034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b012">
            <a:extLst>
              <a:ext uri="{FF2B5EF4-FFF2-40B4-BE49-F238E27FC236}">
                <a16:creationId xmlns:a16="http://schemas.microsoft.com/office/drawing/2014/main" id="{652EF5AF-B76C-177C-4721-09FADA30D7EF}"/>
              </a:ext>
            </a:extLst>
          </p:cNvPr>
          <p:cNvSpPr/>
          <p:nvPr/>
        </p:nvSpPr>
        <p:spPr>
          <a:xfrm>
            <a:off x="1355015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b013">
            <a:extLst>
              <a:ext uri="{FF2B5EF4-FFF2-40B4-BE49-F238E27FC236}">
                <a16:creationId xmlns:a16="http://schemas.microsoft.com/office/drawing/2014/main" id="{5BDA0E2B-EA37-EA17-00E6-0FC9AA0E82C5}"/>
              </a:ext>
            </a:extLst>
          </p:cNvPr>
          <p:cNvSpPr/>
          <p:nvPr/>
        </p:nvSpPr>
        <p:spPr>
          <a:xfrm>
            <a:off x="1407739" y="5091113"/>
            <a:ext cx="30480" cy="3333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!!b014">
            <a:extLst>
              <a:ext uri="{FF2B5EF4-FFF2-40B4-BE49-F238E27FC236}">
                <a16:creationId xmlns:a16="http://schemas.microsoft.com/office/drawing/2014/main" id="{4CDE178E-DDEA-18CF-8F45-E4EBC5D93BF8}"/>
              </a:ext>
            </a:extLst>
          </p:cNvPr>
          <p:cNvSpPr/>
          <p:nvPr/>
        </p:nvSpPr>
        <p:spPr>
          <a:xfrm>
            <a:off x="1460464" y="5023803"/>
            <a:ext cx="30480" cy="4679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!!b015">
            <a:extLst>
              <a:ext uri="{FF2B5EF4-FFF2-40B4-BE49-F238E27FC236}">
                <a16:creationId xmlns:a16="http://schemas.microsoft.com/office/drawing/2014/main" id="{2E07F3AC-6E89-D3D5-0D7E-4F3F3F3F2CA9}"/>
              </a:ext>
            </a:extLst>
          </p:cNvPr>
          <p:cNvSpPr/>
          <p:nvPr/>
        </p:nvSpPr>
        <p:spPr>
          <a:xfrm>
            <a:off x="1513188" y="5001260"/>
            <a:ext cx="30480" cy="5130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!!b016">
            <a:extLst>
              <a:ext uri="{FF2B5EF4-FFF2-40B4-BE49-F238E27FC236}">
                <a16:creationId xmlns:a16="http://schemas.microsoft.com/office/drawing/2014/main" id="{798C63A1-6214-8E87-C1E5-7BC97E7E3741}"/>
              </a:ext>
            </a:extLst>
          </p:cNvPr>
          <p:cNvSpPr/>
          <p:nvPr/>
        </p:nvSpPr>
        <p:spPr>
          <a:xfrm>
            <a:off x="1565913" y="5031422"/>
            <a:ext cx="30480" cy="45275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!!b017">
            <a:extLst>
              <a:ext uri="{FF2B5EF4-FFF2-40B4-BE49-F238E27FC236}">
                <a16:creationId xmlns:a16="http://schemas.microsoft.com/office/drawing/2014/main" id="{7A3E917A-F334-1021-C9D4-544383400849}"/>
              </a:ext>
            </a:extLst>
          </p:cNvPr>
          <p:cNvSpPr/>
          <p:nvPr/>
        </p:nvSpPr>
        <p:spPr>
          <a:xfrm>
            <a:off x="1618637" y="5006022"/>
            <a:ext cx="30480" cy="50355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!!b018">
            <a:extLst>
              <a:ext uri="{FF2B5EF4-FFF2-40B4-BE49-F238E27FC236}">
                <a16:creationId xmlns:a16="http://schemas.microsoft.com/office/drawing/2014/main" id="{742F0272-CF83-81C2-6F95-1D7296297E28}"/>
              </a:ext>
            </a:extLst>
          </p:cNvPr>
          <p:cNvSpPr/>
          <p:nvPr/>
        </p:nvSpPr>
        <p:spPr>
          <a:xfrm>
            <a:off x="1671361" y="4980940"/>
            <a:ext cx="30480" cy="55372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!!b019">
            <a:extLst>
              <a:ext uri="{FF2B5EF4-FFF2-40B4-BE49-F238E27FC236}">
                <a16:creationId xmlns:a16="http://schemas.microsoft.com/office/drawing/2014/main" id="{0A3CF0C0-1933-7572-E022-47BC26382326}"/>
              </a:ext>
            </a:extLst>
          </p:cNvPr>
          <p:cNvSpPr/>
          <p:nvPr/>
        </p:nvSpPr>
        <p:spPr>
          <a:xfrm>
            <a:off x="1724086" y="5115560"/>
            <a:ext cx="30480" cy="284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!!b020">
            <a:extLst>
              <a:ext uri="{FF2B5EF4-FFF2-40B4-BE49-F238E27FC236}">
                <a16:creationId xmlns:a16="http://schemas.microsoft.com/office/drawing/2014/main" id="{EECAAA57-1C79-25A7-7FF5-8852629CB5F4}"/>
              </a:ext>
            </a:extLst>
          </p:cNvPr>
          <p:cNvSpPr/>
          <p:nvPr/>
        </p:nvSpPr>
        <p:spPr>
          <a:xfrm>
            <a:off x="1776810" y="5026342"/>
            <a:ext cx="30480" cy="46291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!!b021">
            <a:extLst>
              <a:ext uri="{FF2B5EF4-FFF2-40B4-BE49-F238E27FC236}">
                <a16:creationId xmlns:a16="http://schemas.microsoft.com/office/drawing/2014/main" id="{8F792AAA-F759-17BF-A3FB-02BA848839D1}"/>
              </a:ext>
            </a:extLst>
          </p:cNvPr>
          <p:cNvSpPr/>
          <p:nvPr/>
        </p:nvSpPr>
        <p:spPr>
          <a:xfrm>
            <a:off x="1829535" y="5056188"/>
            <a:ext cx="30480" cy="4032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!!b022">
            <a:extLst>
              <a:ext uri="{FF2B5EF4-FFF2-40B4-BE49-F238E27FC236}">
                <a16:creationId xmlns:a16="http://schemas.microsoft.com/office/drawing/2014/main" id="{76F2D136-A7FA-35B7-8ABE-A0F310F555C4}"/>
              </a:ext>
            </a:extLst>
          </p:cNvPr>
          <p:cNvSpPr/>
          <p:nvPr/>
        </p:nvSpPr>
        <p:spPr>
          <a:xfrm>
            <a:off x="1882259" y="5008245"/>
            <a:ext cx="30480" cy="49911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!!b023">
            <a:extLst>
              <a:ext uri="{FF2B5EF4-FFF2-40B4-BE49-F238E27FC236}">
                <a16:creationId xmlns:a16="http://schemas.microsoft.com/office/drawing/2014/main" id="{D77B0AB7-2F21-5C51-AEBB-7B123D19CDF0}"/>
              </a:ext>
            </a:extLst>
          </p:cNvPr>
          <p:cNvSpPr/>
          <p:nvPr/>
        </p:nvSpPr>
        <p:spPr>
          <a:xfrm>
            <a:off x="1934983" y="5052378"/>
            <a:ext cx="30480" cy="41084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!!b024">
            <a:extLst>
              <a:ext uri="{FF2B5EF4-FFF2-40B4-BE49-F238E27FC236}">
                <a16:creationId xmlns:a16="http://schemas.microsoft.com/office/drawing/2014/main" id="{EF86F26E-CF47-2CB7-3217-BA6F684C5AC2}"/>
              </a:ext>
            </a:extLst>
          </p:cNvPr>
          <p:cNvSpPr/>
          <p:nvPr/>
        </p:nvSpPr>
        <p:spPr>
          <a:xfrm>
            <a:off x="1987708" y="5017135"/>
            <a:ext cx="30480" cy="48133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!!b025">
            <a:extLst>
              <a:ext uri="{FF2B5EF4-FFF2-40B4-BE49-F238E27FC236}">
                <a16:creationId xmlns:a16="http://schemas.microsoft.com/office/drawing/2014/main" id="{F6431392-EB62-984A-714F-7E324F6C3E0D}"/>
              </a:ext>
            </a:extLst>
          </p:cNvPr>
          <p:cNvSpPr/>
          <p:nvPr/>
        </p:nvSpPr>
        <p:spPr>
          <a:xfrm>
            <a:off x="2040432" y="5019040"/>
            <a:ext cx="30480" cy="47752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!!b026">
            <a:extLst>
              <a:ext uri="{FF2B5EF4-FFF2-40B4-BE49-F238E27FC236}">
                <a16:creationId xmlns:a16="http://schemas.microsoft.com/office/drawing/2014/main" id="{4A6BF897-610B-0EE9-87D4-22B1BA4CCF92}"/>
              </a:ext>
            </a:extLst>
          </p:cNvPr>
          <p:cNvSpPr/>
          <p:nvPr/>
        </p:nvSpPr>
        <p:spPr>
          <a:xfrm>
            <a:off x="2093157" y="5075238"/>
            <a:ext cx="30479" cy="3651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!!b027">
            <a:extLst>
              <a:ext uri="{FF2B5EF4-FFF2-40B4-BE49-F238E27FC236}">
                <a16:creationId xmlns:a16="http://schemas.microsoft.com/office/drawing/2014/main" id="{68F52673-B6EB-5C09-0DD8-17E41ECFB6F7}"/>
              </a:ext>
            </a:extLst>
          </p:cNvPr>
          <p:cNvSpPr/>
          <p:nvPr/>
        </p:nvSpPr>
        <p:spPr>
          <a:xfrm>
            <a:off x="2145881" y="5222558"/>
            <a:ext cx="30480" cy="7048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!!b028">
            <a:extLst>
              <a:ext uri="{FF2B5EF4-FFF2-40B4-BE49-F238E27FC236}">
                <a16:creationId xmlns:a16="http://schemas.microsoft.com/office/drawing/2014/main" id="{562EAC45-0B45-4756-B306-EE885CF59B26}"/>
              </a:ext>
            </a:extLst>
          </p:cNvPr>
          <p:cNvSpPr/>
          <p:nvPr/>
        </p:nvSpPr>
        <p:spPr>
          <a:xfrm>
            <a:off x="2198605" y="5235892"/>
            <a:ext cx="30480" cy="4381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!!b029">
            <a:extLst>
              <a:ext uri="{FF2B5EF4-FFF2-40B4-BE49-F238E27FC236}">
                <a16:creationId xmlns:a16="http://schemas.microsoft.com/office/drawing/2014/main" id="{BC19F41A-EDC1-2BB5-A5CA-244F31C5FAE6}"/>
              </a:ext>
            </a:extLst>
          </p:cNvPr>
          <p:cNvSpPr/>
          <p:nvPr/>
        </p:nvSpPr>
        <p:spPr>
          <a:xfrm>
            <a:off x="225133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!!b030">
            <a:extLst>
              <a:ext uri="{FF2B5EF4-FFF2-40B4-BE49-F238E27FC236}">
                <a16:creationId xmlns:a16="http://schemas.microsoft.com/office/drawing/2014/main" id="{F1AE64C7-B4B6-D879-C87A-4B4033163BFE}"/>
              </a:ext>
            </a:extLst>
          </p:cNvPr>
          <p:cNvSpPr/>
          <p:nvPr/>
        </p:nvSpPr>
        <p:spPr>
          <a:xfrm>
            <a:off x="2304054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!!b031">
            <a:extLst>
              <a:ext uri="{FF2B5EF4-FFF2-40B4-BE49-F238E27FC236}">
                <a16:creationId xmlns:a16="http://schemas.microsoft.com/office/drawing/2014/main" id="{14534D46-43FE-1614-1178-8863A85939E6}"/>
              </a:ext>
            </a:extLst>
          </p:cNvPr>
          <p:cNvSpPr/>
          <p:nvPr/>
        </p:nvSpPr>
        <p:spPr>
          <a:xfrm>
            <a:off x="2356778" y="5041900"/>
            <a:ext cx="30480" cy="4318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!!b037">
            <a:extLst>
              <a:ext uri="{FF2B5EF4-FFF2-40B4-BE49-F238E27FC236}">
                <a16:creationId xmlns:a16="http://schemas.microsoft.com/office/drawing/2014/main" id="{85CE8CA8-C1A8-177F-5D5E-E1BEB9C32722}"/>
              </a:ext>
            </a:extLst>
          </p:cNvPr>
          <p:cNvSpPr/>
          <p:nvPr/>
        </p:nvSpPr>
        <p:spPr>
          <a:xfrm>
            <a:off x="2409503" y="5016183"/>
            <a:ext cx="30480" cy="48323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!!b038">
            <a:extLst>
              <a:ext uri="{FF2B5EF4-FFF2-40B4-BE49-F238E27FC236}">
                <a16:creationId xmlns:a16="http://schemas.microsoft.com/office/drawing/2014/main" id="{0C2CECA6-F89D-B973-8DD4-1489BA8405B0}"/>
              </a:ext>
            </a:extLst>
          </p:cNvPr>
          <p:cNvSpPr/>
          <p:nvPr/>
        </p:nvSpPr>
        <p:spPr>
          <a:xfrm>
            <a:off x="2462227" y="4979988"/>
            <a:ext cx="30480" cy="5556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!!b039">
            <a:extLst>
              <a:ext uri="{FF2B5EF4-FFF2-40B4-BE49-F238E27FC236}">
                <a16:creationId xmlns:a16="http://schemas.microsoft.com/office/drawing/2014/main" id="{F498900E-B852-C7F2-3D47-B2E55E73BF24}"/>
              </a:ext>
            </a:extLst>
          </p:cNvPr>
          <p:cNvSpPr/>
          <p:nvPr/>
        </p:nvSpPr>
        <p:spPr>
          <a:xfrm>
            <a:off x="2514952" y="4978717"/>
            <a:ext cx="30480" cy="55816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!!b040">
            <a:extLst>
              <a:ext uri="{FF2B5EF4-FFF2-40B4-BE49-F238E27FC236}">
                <a16:creationId xmlns:a16="http://schemas.microsoft.com/office/drawing/2014/main" id="{708563EA-402C-D592-4E41-31EA301537D5}"/>
              </a:ext>
            </a:extLst>
          </p:cNvPr>
          <p:cNvSpPr/>
          <p:nvPr/>
        </p:nvSpPr>
        <p:spPr>
          <a:xfrm>
            <a:off x="2567676" y="4972050"/>
            <a:ext cx="30480" cy="5715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!!b041">
            <a:extLst>
              <a:ext uri="{FF2B5EF4-FFF2-40B4-BE49-F238E27FC236}">
                <a16:creationId xmlns:a16="http://schemas.microsoft.com/office/drawing/2014/main" id="{0E154FB4-2886-80D6-16AB-F3C028A19106}"/>
              </a:ext>
            </a:extLst>
          </p:cNvPr>
          <p:cNvSpPr/>
          <p:nvPr/>
        </p:nvSpPr>
        <p:spPr>
          <a:xfrm>
            <a:off x="2620401" y="5073650"/>
            <a:ext cx="30479" cy="3683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!!b042">
            <a:extLst>
              <a:ext uri="{FF2B5EF4-FFF2-40B4-BE49-F238E27FC236}">
                <a16:creationId xmlns:a16="http://schemas.microsoft.com/office/drawing/2014/main" id="{683AA27E-D10E-2A74-40C2-59DE8ACA2753}"/>
              </a:ext>
            </a:extLst>
          </p:cNvPr>
          <p:cNvSpPr/>
          <p:nvPr/>
        </p:nvSpPr>
        <p:spPr>
          <a:xfrm>
            <a:off x="2673125" y="4996180"/>
            <a:ext cx="30480" cy="52324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!!b043">
            <a:extLst>
              <a:ext uri="{FF2B5EF4-FFF2-40B4-BE49-F238E27FC236}">
                <a16:creationId xmlns:a16="http://schemas.microsoft.com/office/drawing/2014/main" id="{29835CFA-B8F3-7174-AA10-4F01E41217EB}"/>
              </a:ext>
            </a:extLst>
          </p:cNvPr>
          <p:cNvSpPr/>
          <p:nvPr/>
        </p:nvSpPr>
        <p:spPr>
          <a:xfrm>
            <a:off x="2725849" y="4985703"/>
            <a:ext cx="30480" cy="5441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!!b044">
            <a:extLst>
              <a:ext uri="{FF2B5EF4-FFF2-40B4-BE49-F238E27FC236}">
                <a16:creationId xmlns:a16="http://schemas.microsoft.com/office/drawing/2014/main" id="{1252CED1-0080-CD91-4754-1ABCC730228D}"/>
              </a:ext>
            </a:extLst>
          </p:cNvPr>
          <p:cNvSpPr/>
          <p:nvPr/>
        </p:nvSpPr>
        <p:spPr>
          <a:xfrm>
            <a:off x="2778574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!!b045">
            <a:extLst>
              <a:ext uri="{FF2B5EF4-FFF2-40B4-BE49-F238E27FC236}">
                <a16:creationId xmlns:a16="http://schemas.microsoft.com/office/drawing/2014/main" id="{389BB1B3-A441-08FE-E777-C6AA8A3ABEE6}"/>
              </a:ext>
            </a:extLst>
          </p:cNvPr>
          <p:cNvSpPr/>
          <p:nvPr/>
        </p:nvSpPr>
        <p:spPr>
          <a:xfrm>
            <a:off x="2831298" y="5004753"/>
            <a:ext cx="30480" cy="5060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!!b057">
            <a:extLst>
              <a:ext uri="{FF2B5EF4-FFF2-40B4-BE49-F238E27FC236}">
                <a16:creationId xmlns:a16="http://schemas.microsoft.com/office/drawing/2014/main" id="{2AE69D4C-7F83-CEBC-3F08-CDB97D6721AF}"/>
              </a:ext>
            </a:extLst>
          </p:cNvPr>
          <p:cNvSpPr/>
          <p:nvPr/>
        </p:nvSpPr>
        <p:spPr>
          <a:xfrm>
            <a:off x="2884022" y="4989513"/>
            <a:ext cx="30480" cy="5365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!!b058">
            <a:extLst>
              <a:ext uri="{FF2B5EF4-FFF2-40B4-BE49-F238E27FC236}">
                <a16:creationId xmlns:a16="http://schemas.microsoft.com/office/drawing/2014/main" id="{3869E464-E5DC-584B-1271-B97D8B9DCF3D}"/>
              </a:ext>
            </a:extLst>
          </p:cNvPr>
          <p:cNvSpPr/>
          <p:nvPr/>
        </p:nvSpPr>
        <p:spPr>
          <a:xfrm>
            <a:off x="2936747" y="5003800"/>
            <a:ext cx="30480" cy="5080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!!b059">
            <a:extLst>
              <a:ext uri="{FF2B5EF4-FFF2-40B4-BE49-F238E27FC236}">
                <a16:creationId xmlns:a16="http://schemas.microsoft.com/office/drawing/2014/main" id="{A006D614-ED0D-E43F-A044-14A20C8F3D6A}"/>
              </a:ext>
            </a:extLst>
          </p:cNvPr>
          <p:cNvSpPr/>
          <p:nvPr/>
        </p:nvSpPr>
        <p:spPr>
          <a:xfrm>
            <a:off x="2989471" y="5032375"/>
            <a:ext cx="30480" cy="4508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!!b060">
            <a:extLst>
              <a:ext uri="{FF2B5EF4-FFF2-40B4-BE49-F238E27FC236}">
                <a16:creationId xmlns:a16="http://schemas.microsoft.com/office/drawing/2014/main" id="{DF1DA01A-D138-6E06-FE42-808A5AAA9531}"/>
              </a:ext>
            </a:extLst>
          </p:cNvPr>
          <p:cNvSpPr/>
          <p:nvPr/>
        </p:nvSpPr>
        <p:spPr>
          <a:xfrm>
            <a:off x="3042196" y="4990147"/>
            <a:ext cx="30480" cy="53530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!!b061">
            <a:extLst>
              <a:ext uri="{FF2B5EF4-FFF2-40B4-BE49-F238E27FC236}">
                <a16:creationId xmlns:a16="http://schemas.microsoft.com/office/drawing/2014/main" id="{A7A693EE-9BAA-6BEE-9E1A-964A3A808EB7}"/>
              </a:ext>
            </a:extLst>
          </p:cNvPr>
          <p:cNvSpPr/>
          <p:nvPr/>
        </p:nvSpPr>
        <p:spPr>
          <a:xfrm>
            <a:off x="3094920" y="5044758"/>
            <a:ext cx="30480" cy="42608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!!b062">
            <a:extLst>
              <a:ext uri="{FF2B5EF4-FFF2-40B4-BE49-F238E27FC236}">
                <a16:creationId xmlns:a16="http://schemas.microsoft.com/office/drawing/2014/main" id="{B190B7CA-6908-42AC-998C-EF4E6B2B51BC}"/>
              </a:ext>
            </a:extLst>
          </p:cNvPr>
          <p:cNvSpPr/>
          <p:nvPr/>
        </p:nvSpPr>
        <p:spPr>
          <a:xfrm>
            <a:off x="3147644" y="5143183"/>
            <a:ext cx="30480" cy="22923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!!b063">
            <a:extLst>
              <a:ext uri="{FF2B5EF4-FFF2-40B4-BE49-F238E27FC236}">
                <a16:creationId xmlns:a16="http://schemas.microsoft.com/office/drawing/2014/main" id="{D488D64F-221A-544F-CA13-D1B619F07BBE}"/>
              </a:ext>
            </a:extLst>
          </p:cNvPr>
          <p:cNvSpPr/>
          <p:nvPr/>
        </p:nvSpPr>
        <p:spPr>
          <a:xfrm>
            <a:off x="3200369" y="4997767"/>
            <a:ext cx="30480" cy="52006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!!b064">
            <a:extLst>
              <a:ext uri="{FF2B5EF4-FFF2-40B4-BE49-F238E27FC236}">
                <a16:creationId xmlns:a16="http://schemas.microsoft.com/office/drawing/2014/main" id="{E8AD48D2-FFFA-762C-E2E7-F06906751E7E}"/>
              </a:ext>
            </a:extLst>
          </p:cNvPr>
          <p:cNvSpPr/>
          <p:nvPr/>
        </p:nvSpPr>
        <p:spPr>
          <a:xfrm>
            <a:off x="3253093" y="4975860"/>
            <a:ext cx="30480" cy="5638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!!b065">
            <a:extLst>
              <a:ext uri="{FF2B5EF4-FFF2-40B4-BE49-F238E27FC236}">
                <a16:creationId xmlns:a16="http://schemas.microsoft.com/office/drawing/2014/main" id="{09F060FA-3F58-FDFF-3792-5D7B9D46EF14}"/>
              </a:ext>
            </a:extLst>
          </p:cNvPr>
          <p:cNvSpPr/>
          <p:nvPr/>
        </p:nvSpPr>
        <p:spPr>
          <a:xfrm>
            <a:off x="3305818" y="4974590"/>
            <a:ext cx="30480" cy="56642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!!b066">
            <a:extLst>
              <a:ext uri="{FF2B5EF4-FFF2-40B4-BE49-F238E27FC236}">
                <a16:creationId xmlns:a16="http://schemas.microsoft.com/office/drawing/2014/main" id="{CD373E3C-F2C5-77D1-576F-EE80269D8567}"/>
              </a:ext>
            </a:extLst>
          </p:cNvPr>
          <p:cNvSpPr/>
          <p:nvPr/>
        </p:nvSpPr>
        <p:spPr>
          <a:xfrm>
            <a:off x="3358542" y="4993322"/>
            <a:ext cx="30480" cy="52895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!!b067">
            <a:extLst>
              <a:ext uri="{FF2B5EF4-FFF2-40B4-BE49-F238E27FC236}">
                <a16:creationId xmlns:a16="http://schemas.microsoft.com/office/drawing/2014/main" id="{1D23E683-C2B3-E78B-CD6A-A2EBC6844601}"/>
              </a:ext>
            </a:extLst>
          </p:cNvPr>
          <p:cNvSpPr/>
          <p:nvPr/>
        </p:nvSpPr>
        <p:spPr>
          <a:xfrm>
            <a:off x="3411267" y="5055870"/>
            <a:ext cx="30480" cy="40386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!!b068">
            <a:extLst>
              <a:ext uri="{FF2B5EF4-FFF2-40B4-BE49-F238E27FC236}">
                <a16:creationId xmlns:a16="http://schemas.microsoft.com/office/drawing/2014/main" id="{514E1413-3BBD-17A7-24D5-950DDF2DFEFE}"/>
              </a:ext>
            </a:extLst>
          </p:cNvPr>
          <p:cNvSpPr/>
          <p:nvPr/>
        </p:nvSpPr>
        <p:spPr>
          <a:xfrm>
            <a:off x="3463991" y="5148263"/>
            <a:ext cx="30480" cy="2190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!!b069">
            <a:extLst>
              <a:ext uri="{FF2B5EF4-FFF2-40B4-BE49-F238E27FC236}">
                <a16:creationId xmlns:a16="http://schemas.microsoft.com/office/drawing/2014/main" id="{CB494346-77A3-277A-A813-381DC1BF5857}"/>
              </a:ext>
            </a:extLst>
          </p:cNvPr>
          <p:cNvSpPr/>
          <p:nvPr/>
        </p:nvSpPr>
        <p:spPr>
          <a:xfrm>
            <a:off x="3516715" y="5073650"/>
            <a:ext cx="30480" cy="3683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!!b070">
            <a:extLst>
              <a:ext uri="{FF2B5EF4-FFF2-40B4-BE49-F238E27FC236}">
                <a16:creationId xmlns:a16="http://schemas.microsoft.com/office/drawing/2014/main" id="{076D6DB9-47AD-AAF7-8E99-5C5804DD6EC2}"/>
              </a:ext>
            </a:extLst>
          </p:cNvPr>
          <p:cNvSpPr/>
          <p:nvPr/>
        </p:nvSpPr>
        <p:spPr>
          <a:xfrm>
            <a:off x="3569439" y="5070475"/>
            <a:ext cx="30480" cy="3746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!!b071">
            <a:extLst>
              <a:ext uri="{FF2B5EF4-FFF2-40B4-BE49-F238E27FC236}">
                <a16:creationId xmlns:a16="http://schemas.microsoft.com/office/drawing/2014/main" id="{05E3B243-A18C-C3C3-272C-945F2DC45170}"/>
              </a:ext>
            </a:extLst>
          </p:cNvPr>
          <p:cNvSpPr/>
          <p:nvPr/>
        </p:nvSpPr>
        <p:spPr>
          <a:xfrm>
            <a:off x="3622164" y="5106670"/>
            <a:ext cx="30480" cy="30226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!!b072">
            <a:extLst>
              <a:ext uri="{FF2B5EF4-FFF2-40B4-BE49-F238E27FC236}">
                <a16:creationId xmlns:a16="http://schemas.microsoft.com/office/drawing/2014/main" id="{5A8DD86E-14DE-3D5A-AAAC-D9B28F8B2432}"/>
              </a:ext>
            </a:extLst>
          </p:cNvPr>
          <p:cNvSpPr/>
          <p:nvPr/>
        </p:nvSpPr>
        <p:spPr>
          <a:xfrm>
            <a:off x="3674888" y="5015865"/>
            <a:ext cx="30480" cy="48387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!!b073">
            <a:extLst>
              <a:ext uri="{FF2B5EF4-FFF2-40B4-BE49-F238E27FC236}">
                <a16:creationId xmlns:a16="http://schemas.microsoft.com/office/drawing/2014/main" id="{1A7FB66F-A39C-1C44-A1EA-5B27D79CEA71}"/>
              </a:ext>
            </a:extLst>
          </p:cNvPr>
          <p:cNvSpPr/>
          <p:nvPr/>
        </p:nvSpPr>
        <p:spPr>
          <a:xfrm>
            <a:off x="3727613" y="4997767"/>
            <a:ext cx="30480" cy="52006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!!b074">
            <a:extLst>
              <a:ext uri="{FF2B5EF4-FFF2-40B4-BE49-F238E27FC236}">
                <a16:creationId xmlns:a16="http://schemas.microsoft.com/office/drawing/2014/main" id="{93A45C03-B997-166B-AE37-A0B0384CF02B}"/>
              </a:ext>
            </a:extLst>
          </p:cNvPr>
          <p:cNvSpPr/>
          <p:nvPr/>
        </p:nvSpPr>
        <p:spPr>
          <a:xfrm>
            <a:off x="3780337" y="5138103"/>
            <a:ext cx="30480" cy="2393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!!b075">
            <a:extLst>
              <a:ext uri="{FF2B5EF4-FFF2-40B4-BE49-F238E27FC236}">
                <a16:creationId xmlns:a16="http://schemas.microsoft.com/office/drawing/2014/main" id="{E949C1C0-8A14-1E8B-ECE8-AFC3449F66DE}"/>
              </a:ext>
            </a:extLst>
          </p:cNvPr>
          <p:cNvSpPr/>
          <p:nvPr/>
        </p:nvSpPr>
        <p:spPr>
          <a:xfrm>
            <a:off x="3833062" y="5032692"/>
            <a:ext cx="30480" cy="45021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!!b076">
            <a:extLst>
              <a:ext uri="{FF2B5EF4-FFF2-40B4-BE49-F238E27FC236}">
                <a16:creationId xmlns:a16="http://schemas.microsoft.com/office/drawing/2014/main" id="{20E1F270-ABEF-6734-73F7-7085FA7A66DF}"/>
              </a:ext>
            </a:extLst>
          </p:cNvPr>
          <p:cNvSpPr/>
          <p:nvPr/>
        </p:nvSpPr>
        <p:spPr>
          <a:xfrm>
            <a:off x="3885786" y="5060633"/>
            <a:ext cx="30480" cy="39433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!!b077">
            <a:extLst>
              <a:ext uri="{FF2B5EF4-FFF2-40B4-BE49-F238E27FC236}">
                <a16:creationId xmlns:a16="http://schemas.microsoft.com/office/drawing/2014/main" id="{1DD96461-DBC8-3776-4FC4-9C7082460047}"/>
              </a:ext>
            </a:extLst>
          </p:cNvPr>
          <p:cNvSpPr/>
          <p:nvPr/>
        </p:nvSpPr>
        <p:spPr>
          <a:xfrm>
            <a:off x="3938510" y="5154613"/>
            <a:ext cx="30480" cy="2063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!!b078">
            <a:extLst>
              <a:ext uri="{FF2B5EF4-FFF2-40B4-BE49-F238E27FC236}">
                <a16:creationId xmlns:a16="http://schemas.microsoft.com/office/drawing/2014/main" id="{201E62A2-96B3-3CAF-4646-5306F6284BAD}"/>
              </a:ext>
            </a:extLst>
          </p:cNvPr>
          <p:cNvSpPr/>
          <p:nvPr/>
        </p:nvSpPr>
        <p:spPr>
          <a:xfrm>
            <a:off x="3991235" y="5226050"/>
            <a:ext cx="30480" cy="635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!!b079">
            <a:extLst>
              <a:ext uri="{FF2B5EF4-FFF2-40B4-BE49-F238E27FC236}">
                <a16:creationId xmlns:a16="http://schemas.microsoft.com/office/drawing/2014/main" id="{8B05B128-22F5-8D9F-E9A1-FF5569DD82C4}"/>
              </a:ext>
            </a:extLst>
          </p:cNvPr>
          <p:cNvSpPr/>
          <p:nvPr/>
        </p:nvSpPr>
        <p:spPr>
          <a:xfrm>
            <a:off x="4043959" y="5220335"/>
            <a:ext cx="30480" cy="7493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!!b080">
            <a:extLst>
              <a:ext uri="{FF2B5EF4-FFF2-40B4-BE49-F238E27FC236}">
                <a16:creationId xmlns:a16="http://schemas.microsoft.com/office/drawing/2014/main" id="{6260A1FC-8E07-EF96-1E32-18575A389FA6}"/>
              </a:ext>
            </a:extLst>
          </p:cNvPr>
          <p:cNvSpPr/>
          <p:nvPr/>
        </p:nvSpPr>
        <p:spPr>
          <a:xfrm>
            <a:off x="4096684" y="5222875"/>
            <a:ext cx="30480" cy="698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!!b081">
            <a:extLst>
              <a:ext uri="{FF2B5EF4-FFF2-40B4-BE49-F238E27FC236}">
                <a16:creationId xmlns:a16="http://schemas.microsoft.com/office/drawing/2014/main" id="{55CD5D9D-81B2-3C03-2AC2-2C12B30BD579}"/>
              </a:ext>
            </a:extLst>
          </p:cNvPr>
          <p:cNvSpPr/>
          <p:nvPr/>
        </p:nvSpPr>
        <p:spPr>
          <a:xfrm>
            <a:off x="4149408" y="5230495"/>
            <a:ext cx="30480" cy="5461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!!b082">
            <a:extLst>
              <a:ext uri="{FF2B5EF4-FFF2-40B4-BE49-F238E27FC236}">
                <a16:creationId xmlns:a16="http://schemas.microsoft.com/office/drawing/2014/main" id="{1F1E9BE6-78CE-1E41-3410-4F3E0BD2768E}"/>
              </a:ext>
            </a:extLst>
          </p:cNvPr>
          <p:cNvSpPr/>
          <p:nvPr/>
        </p:nvSpPr>
        <p:spPr>
          <a:xfrm>
            <a:off x="4202132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!!b083">
            <a:extLst>
              <a:ext uri="{FF2B5EF4-FFF2-40B4-BE49-F238E27FC236}">
                <a16:creationId xmlns:a16="http://schemas.microsoft.com/office/drawing/2014/main" id="{FA7FF47B-7CB5-2EAF-103F-041F2265B27F}"/>
              </a:ext>
            </a:extLst>
          </p:cNvPr>
          <p:cNvSpPr/>
          <p:nvPr/>
        </p:nvSpPr>
        <p:spPr>
          <a:xfrm>
            <a:off x="4254857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!!b084">
            <a:extLst>
              <a:ext uri="{FF2B5EF4-FFF2-40B4-BE49-F238E27FC236}">
                <a16:creationId xmlns:a16="http://schemas.microsoft.com/office/drawing/2014/main" id="{670946B2-A52B-06B3-E135-80F7123CF526}"/>
              </a:ext>
            </a:extLst>
          </p:cNvPr>
          <p:cNvSpPr/>
          <p:nvPr/>
        </p:nvSpPr>
        <p:spPr>
          <a:xfrm>
            <a:off x="4307581" y="5029835"/>
            <a:ext cx="30480" cy="45593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!!b085">
            <a:extLst>
              <a:ext uri="{FF2B5EF4-FFF2-40B4-BE49-F238E27FC236}">
                <a16:creationId xmlns:a16="http://schemas.microsoft.com/office/drawing/2014/main" id="{CE8D1108-C259-5562-B7E2-CB077FD7C62A}"/>
              </a:ext>
            </a:extLst>
          </p:cNvPr>
          <p:cNvSpPr/>
          <p:nvPr/>
        </p:nvSpPr>
        <p:spPr>
          <a:xfrm>
            <a:off x="4360306" y="5103813"/>
            <a:ext cx="30479" cy="3079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!!b086">
            <a:extLst>
              <a:ext uri="{FF2B5EF4-FFF2-40B4-BE49-F238E27FC236}">
                <a16:creationId xmlns:a16="http://schemas.microsoft.com/office/drawing/2014/main" id="{BA1D4971-99DD-D8E5-C37F-0622819660CA}"/>
              </a:ext>
            </a:extLst>
          </p:cNvPr>
          <p:cNvSpPr/>
          <p:nvPr/>
        </p:nvSpPr>
        <p:spPr>
          <a:xfrm>
            <a:off x="4413030" y="5003165"/>
            <a:ext cx="30480" cy="50927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!!b087">
            <a:extLst>
              <a:ext uri="{FF2B5EF4-FFF2-40B4-BE49-F238E27FC236}">
                <a16:creationId xmlns:a16="http://schemas.microsoft.com/office/drawing/2014/main" id="{CE18172B-D3E9-4D32-EDCD-9A785C865FD2}"/>
              </a:ext>
            </a:extLst>
          </p:cNvPr>
          <p:cNvSpPr/>
          <p:nvPr/>
        </p:nvSpPr>
        <p:spPr>
          <a:xfrm>
            <a:off x="4465755" y="5009833"/>
            <a:ext cx="30479" cy="49593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!!b088">
            <a:extLst>
              <a:ext uri="{FF2B5EF4-FFF2-40B4-BE49-F238E27FC236}">
                <a16:creationId xmlns:a16="http://schemas.microsoft.com/office/drawing/2014/main" id="{463DF678-41D1-2F3E-8624-E385452CF20A}"/>
              </a:ext>
            </a:extLst>
          </p:cNvPr>
          <p:cNvSpPr/>
          <p:nvPr/>
        </p:nvSpPr>
        <p:spPr>
          <a:xfrm>
            <a:off x="4518479" y="5026342"/>
            <a:ext cx="30480" cy="46291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!!b089">
            <a:extLst>
              <a:ext uri="{FF2B5EF4-FFF2-40B4-BE49-F238E27FC236}">
                <a16:creationId xmlns:a16="http://schemas.microsoft.com/office/drawing/2014/main" id="{C52F559D-E702-834A-351E-8995F79B8B37}"/>
              </a:ext>
            </a:extLst>
          </p:cNvPr>
          <p:cNvSpPr/>
          <p:nvPr/>
        </p:nvSpPr>
        <p:spPr>
          <a:xfrm>
            <a:off x="4571203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!!b090">
            <a:extLst>
              <a:ext uri="{FF2B5EF4-FFF2-40B4-BE49-F238E27FC236}">
                <a16:creationId xmlns:a16="http://schemas.microsoft.com/office/drawing/2014/main" id="{AD1A4F39-0EAB-AC37-79F5-075188247C09}"/>
              </a:ext>
            </a:extLst>
          </p:cNvPr>
          <p:cNvSpPr/>
          <p:nvPr/>
        </p:nvSpPr>
        <p:spPr>
          <a:xfrm>
            <a:off x="4623927" y="4996815"/>
            <a:ext cx="30480" cy="52197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!!b091">
            <a:extLst>
              <a:ext uri="{FF2B5EF4-FFF2-40B4-BE49-F238E27FC236}">
                <a16:creationId xmlns:a16="http://schemas.microsoft.com/office/drawing/2014/main" id="{10FF8892-A02D-8A20-09EE-9D9625C5E864}"/>
              </a:ext>
            </a:extLst>
          </p:cNvPr>
          <p:cNvSpPr/>
          <p:nvPr/>
        </p:nvSpPr>
        <p:spPr>
          <a:xfrm>
            <a:off x="4676652" y="5010150"/>
            <a:ext cx="30480" cy="4953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!!b092">
            <a:extLst>
              <a:ext uri="{FF2B5EF4-FFF2-40B4-BE49-F238E27FC236}">
                <a16:creationId xmlns:a16="http://schemas.microsoft.com/office/drawing/2014/main" id="{9F1F4A71-6E3B-5995-8ECC-4C58188BB530}"/>
              </a:ext>
            </a:extLst>
          </p:cNvPr>
          <p:cNvSpPr/>
          <p:nvPr/>
        </p:nvSpPr>
        <p:spPr>
          <a:xfrm>
            <a:off x="4729376" y="5009197"/>
            <a:ext cx="30480" cy="49720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!!b093">
            <a:extLst>
              <a:ext uri="{FF2B5EF4-FFF2-40B4-BE49-F238E27FC236}">
                <a16:creationId xmlns:a16="http://schemas.microsoft.com/office/drawing/2014/main" id="{DF4F1BFB-52FE-F773-F072-923282E205C3}"/>
              </a:ext>
            </a:extLst>
          </p:cNvPr>
          <p:cNvSpPr/>
          <p:nvPr/>
        </p:nvSpPr>
        <p:spPr>
          <a:xfrm>
            <a:off x="4782101" y="5009515"/>
            <a:ext cx="30480" cy="49657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!!b094">
            <a:extLst>
              <a:ext uri="{FF2B5EF4-FFF2-40B4-BE49-F238E27FC236}">
                <a16:creationId xmlns:a16="http://schemas.microsoft.com/office/drawing/2014/main" id="{DCDF845C-610B-FBC9-633D-7F0D2AF3373A}"/>
              </a:ext>
            </a:extLst>
          </p:cNvPr>
          <p:cNvSpPr/>
          <p:nvPr/>
        </p:nvSpPr>
        <p:spPr>
          <a:xfrm>
            <a:off x="4834825" y="5006340"/>
            <a:ext cx="30480" cy="50292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!!b103">
            <a:extLst>
              <a:ext uri="{FF2B5EF4-FFF2-40B4-BE49-F238E27FC236}">
                <a16:creationId xmlns:a16="http://schemas.microsoft.com/office/drawing/2014/main" id="{FC8FF93D-A061-1BF4-A30F-0E85757DD492}"/>
              </a:ext>
            </a:extLst>
          </p:cNvPr>
          <p:cNvSpPr/>
          <p:nvPr/>
        </p:nvSpPr>
        <p:spPr>
          <a:xfrm>
            <a:off x="4887550" y="5042217"/>
            <a:ext cx="30480" cy="43116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!!b104">
            <a:extLst>
              <a:ext uri="{FF2B5EF4-FFF2-40B4-BE49-F238E27FC236}">
                <a16:creationId xmlns:a16="http://schemas.microsoft.com/office/drawing/2014/main" id="{B42E34EB-0299-A394-5431-9D528DECB257}"/>
              </a:ext>
            </a:extLst>
          </p:cNvPr>
          <p:cNvSpPr/>
          <p:nvPr/>
        </p:nvSpPr>
        <p:spPr>
          <a:xfrm>
            <a:off x="4940274" y="5080000"/>
            <a:ext cx="30480" cy="3556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!!b105">
            <a:extLst>
              <a:ext uri="{FF2B5EF4-FFF2-40B4-BE49-F238E27FC236}">
                <a16:creationId xmlns:a16="http://schemas.microsoft.com/office/drawing/2014/main" id="{52A071D0-E5AE-EDB2-C807-74125FE74787}"/>
              </a:ext>
            </a:extLst>
          </p:cNvPr>
          <p:cNvSpPr/>
          <p:nvPr/>
        </p:nvSpPr>
        <p:spPr>
          <a:xfrm>
            <a:off x="4992998" y="5006340"/>
            <a:ext cx="30480" cy="50292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!!b106">
            <a:extLst>
              <a:ext uri="{FF2B5EF4-FFF2-40B4-BE49-F238E27FC236}">
                <a16:creationId xmlns:a16="http://schemas.microsoft.com/office/drawing/2014/main" id="{C5D6CA1D-BD4C-0767-B1B5-F5476C30C405}"/>
              </a:ext>
            </a:extLst>
          </p:cNvPr>
          <p:cNvSpPr/>
          <p:nvPr/>
        </p:nvSpPr>
        <p:spPr>
          <a:xfrm>
            <a:off x="5045723" y="4985703"/>
            <a:ext cx="30480" cy="5441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!!b107">
            <a:extLst>
              <a:ext uri="{FF2B5EF4-FFF2-40B4-BE49-F238E27FC236}">
                <a16:creationId xmlns:a16="http://schemas.microsoft.com/office/drawing/2014/main" id="{20F4B982-D876-AF2F-8BDC-7E911BAA2800}"/>
              </a:ext>
            </a:extLst>
          </p:cNvPr>
          <p:cNvSpPr/>
          <p:nvPr/>
        </p:nvSpPr>
        <p:spPr>
          <a:xfrm>
            <a:off x="5098447" y="5035550"/>
            <a:ext cx="30480" cy="4445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!!b108">
            <a:extLst>
              <a:ext uri="{FF2B5EF4-FFF2-40B4-BE49-F238E27FC236}">
                <a16:creationId xmlns:a16="http://schemas.microsoft.com/office/drawing/2014/main" id="{3200F410-A4CC-09E6-F020-6EDB86C78ED4}"/>
              </a:ext>
            </a:extLst>
          </p:cNvPr>
          <p:cNvSpPr/>
          <p:nvPr/>
        </p:nvSpPr>
        <p:spPr>
          <a:xfrm>
            <a:off x="5151172" y="5016817"/>
            <a:ext cx="30480" cy="48196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!!b109">
            <a:extLst>
              <a:ext uri="{FF2B5EF4-FFF2-40B4-BE49-F238E27FC236}">
                <a16:creationId xmlns:a16="http://schemas.microsoft.com/office/drawing/2014/main" id="{CDC9185F-7A02-1B5B-D3C6-D86B44CEBCC0}"/>
              </a:ext>
            </a:extLst>
          </p:cNvPr>
          <p:cNvSpPr/>
          <p:nvPr/>
        </p:nvSpPr>
        <p:spPr>
          <a:xfrm>
            <a:off x="5203896" y="4995863"/>
            <a:ext cx="30480" cy="5238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!!b110">
            <a:extLst>
              <a:ext uri="{FF2B5EF4-FFF2-40B4-BE49-F238E27FC236}">
                <a16:creationId xmlns:a16="http://schemas.microsoft.com/office/drawing/2014/main" id="{25BD4530-5ADF-0FCD-733D-E32B7BD30DC0}"/>
              </a:ext>
            </a:extLst>
          </p:cNvPr>
          <p:cNvSpPr/>
          <p:nvPr/>
        </p:nvSpPr>
        <p:spPr>
          <a:xfrm>
            <a:off x="5256620" y="5010150"/>
            <a:ext cx="30480" cy="4953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!!b111">
            <a:extLst>
              <a:ext uri="{FF2B5EF4-FFF2-40B4-BE49-F238E27FC236}">
                <a16:creationId xmlns:a16="http://schemas.microsoft.com/office/drawing/2014/main" id="{96AFC945-C2D2-99AB-6161-AEA51D0A1D6C}"/>
              </a:ext>
            </a:extLst>
          </p:cNvPr>
          <p:cNvSpPr/>
          <p:nvPr/>
        </p:nvSpPr>
        <p:spPr>
          <a:xfrm>
            <a:off x="5309345" y="5032375"/>
            <a:ext cx="30480" cy="4508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!!b112">
            <a:extLst>
              <a:ext uri="{FF2B5EF4-FFF2-40B4-BE49-F238E27FC236}">
                <a16:creationId xmlns:a16="http://schemas.microsoft.com/office/drawing/2014/main" id="{66FDE6D4-E216-17E9-E80C-48C076DC94EE}"/>
              </a:ext>
            </a:extLst>
          </p:cNvPr>
          <p:cNvSpPr/>
          <p:nvPr/>
        </p:nvSpPr>
        <p:spPr>
          <a:xfrm>
            <a:off x="5362069" y="5154930"/>
            <a:ext cx="30480" cy="20574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!!b113">
            <a:extLst>
              <a:ext uri="{FF2B5EF4-FFF2-40B4-BE49-F238E27FC236}">
                <a16:creationId xmlns:a16="http://schemas.microsoft.com/office/drawing/2014/main" id="{2A914FEB-66DA-3EC0-9F5B-E6755259A5F2}"/>
              </a:ext>
            </a:extLst>
          </p:cNvPr>
          <p:cNvSpPr/>
          <p:nvPr/>
        </p:nvSpPr>
        <p:spPr>
          <a:xfrm>
            <a:off x="5414794" y="5242560"/>
            <a:ext cx="30479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!!b114">
            <a:extLst>
              <a:ext uri="{FF2B5EF4-FFF2-40B4-BE49-F238E27FC236}">
                <a16:creationId xmlns:a16="http://schemas.microsoft.com/office/drawing/2014/main" id="{3DB11BEE-F2D8-42B8-DF2B-5969566BFDE4}"/>
              </a:ext>
            </a:extLst>
          </p:cNvPr>
          <p:cNvSpPr/>
          <p:nvPr/>
        </p:nvSpPr>
        <p:spPr>
          <a:xfrm>
            <a:off x="5467518" y="5223828"/>
            <a:ext cx="30480" cy="6794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!!b115">
            <a:extLst>
              <a:ext uri="{FF2B5EF4-FFF2-40B4-BE49-F238E27FC236}">
                <a16:creationId xmlns:a16="http://schemas.microsoft.com/office/drawing/2014/main" id="{599DF916-9C34-D6B5-CE8B-3994A4B6DEE2}"/>
              </a:ext>
            </a:extLst>
          </p:cNvPr>
          <p:cNvSpPr/>
          <p:nvPr/>
        </p:nvSpPr>
        <p:spPr>
          <a:xfrm>
            <a:off x="5520243" y="5208905"/>
            <a:ext cx="30479" cy="9779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!!b116">
            <a:extLst>
              <a:ext uri="{FF2B5EF4-FFF2-40B4-BE49-F238E27FC236}">
                <a16:creationId xmlns:a16="http://schemas.microsoft.com/office/drawing/2014/main" id="{506D8069-6FB3-F3EC-E173-AD8E2007C2CC}"/>
              </a:ext>
            </a:extLst>
          </p:cNvPr>
          <p:cNvSpPr/>
          <p:nvPr/>
        </p:nvSpPr>
        <p:spPr>
          <a:xfrm>
            <a:off x="5572967" y="5202872"/>
            <a:ext cx="30480" cy="10985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!!b117">
            <a:extLst>
              <a:ext uri="{FF2B5EF4-FFF2-40B4-BE49-F238E27FC236}">
                <a16:creationId xmlns:a16="http://schemas.microsoft.com/office/drawing/2014/main" id="{778AA0EE-9990-2539-7F4B-F72D403D4134}"/>
              </a:ext>
            </a:extLst>
          </p:cNvPr>
          <p:cNvSpPr/>
          <p:nvPr/>
        </p:nvSpPr>
        <p:spPr>
          <a:xfrm>
            <a:off x="5625691" y="5197792"/>
            <a:ext cx="30480" cy="12001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!!b118">
            <a:extLst>
              <a:ext uri="{FF2B5EF4-FFF2-40B4-BE49-F238E27FC236}">
                <a16:creationId xmlns:a16="http://schemas.microsoft.com/office/drawing/2014/main" id="{C6F5B8BC-8168-1BF4-66DE-005F4C3D8F12}"/>
              </a:ext>
            </a:extLst>
          </p:cNvPr>
          <p:cNvSpPr/>
          <p:nvPr/>
        </p:nvSpPr>
        <p:spPr>
          <a:xfrm>
            <a:off x="5678415" y="5208588"/>
            <a:ext cx="30480" cy="984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!!b119">
            <a:extLst>
              <a:ext uri="{FF2B5EF4-FFF2-40B4-BE49-F238E27FC236}">
                <a16:creationId xmlns:a16="http://schemas.microsoft.com/office/drawing/2014/main" id="{6744531F-ECF9-1D2B-BD94-D56825530768}"/>
              </a:ext>
            </a:extLst>
          </p:cNvPr>
          <p:cNvSpPr/>
          <p:nvPr/>
        </p:nvSpPr>
        <p:spPr>
          <a:xfrm>
            <a:off x="573114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!!b120">
            <a:extLst>
              <a:ext uri="{FF2B5EF4-FFF2-40B4-BE49-F238E27FC236}">
                <a16:creationId xmlns:a16="http://schemas.microsoft.com/office/drawing/2014/main" id="{161AE725-5517-8244-0D8E-A3754F1F41BB}"/>
              </a:ext>
            </a:extLst>
          </p:cNvPr>
          <p:cNvSpPr/>
          <p:nvPr/>
        </p:nvSpPr>
        <p:spPr>
          <a:xfrm>
            <a:off x="5783864" y="5001260"/>
            <a:ext cx="30480" cy="5130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!!b183">
            <a:extLst>
              <a:ext uri="{FF2B5EF4-FFF2-40B4-BE49-F238E27FC236}">
                <a16:creationId xmlns:a16="http://schemas.microsoft.com/office/drawing/2014/main" id="{54C3A2AB-C903-66CF-2289-36B1A3227A57}"/>
              </a:ext>
            </a:extLst>
          </p:cNvPr>
          <p:cNvSpPr/>
          <p:nvPr/>
        </p:nvSpPr>
        <p:spPr>
          <a:xfrm>
            <a:off x="5836589" y="5068253"/>
            <a:ext cx="30480" cy="3790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!!b184">
            <a:extLst>
              <a:ext uri="{FF2B5EF4-FFF2-40B4-BE49-F238E27FC236}">
                <a16:creationId xmlns:a16="http://schemas.microsoft.com/office/drawing/2014/main" id="{127F6413-573B-C5BA-FBCD-8F598DF28E33}"/>
              </a:ext>
            </a:extLst>
          </p:cNvPr>
          <p:cNvSpPr/>
          <p:nvPr/>
        </p:nvSpPr>
        <p:spPr>
          <a:xfrm>
            <a:off x="5889313" y="5041900"/>
            <a:ext cx="30480" cy="4318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!!b185">
            <a:extLst>
              <a:ext uri="{FF2B5EF4-FFF2-40B4-BE49-F238E27FC236}">
                <a16:creationId xmlns:a16="http://schemas.microsoft.com/office/drawing/2014/main" id="{FBC67D31-160D-E541-4E90-36B9D51BBE1E}"/>
              </a:ext>
            </a:extLst>
          </p:cNvPr>
          <p:cNvSpPr/>
          <p:nvPr/>
        </p:nvSpPr>
        <p:spPr>
          <a:xfrm>
            <a:off x="5942038" y="5028883"/>
            <a:ext cx="30480" cy="45783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!!b186">
            <a:extLst>
              <a:ext uri="{FF2B5EF4-FFF2-40B4-BE49-F238E27FC236}">
                <a16:creationId xmlns:a16="http://schemas.microsoft.com/office/drawing/2014/main" id="{5533C725-11E4-CBE2-FBCD-468A49843B35}"/>
              </a:ext>
            </a:extLst>
          </p:cNvPr>
          <p:cNvSpPr/>
          <p:nvPr/>
        </p:nvSpPr>
        <p:spPr>
          <a:xfrm>
            <a:off x="5994762" y="5128895"/>
            <a:ext cx="30480" cy="25781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!!b187">
            <a:extLst>
              <a:ext uri="{FF2B5EF4-FFF2-40B4-BE49-F238E27FC236}">
                <a16:creationId xmlns:a16="http://schemas.microsoft.com/office/drawing/2014/main" id="{FB87BD0B-30D3-F901-2F59-67D73A378FA7}"/>
              </a:ext>
            </a:extLst>
          </p:cNvPr>
          <p:cNvSpPr/>
          <p:nvPr/>
        </p:nvSpPr>
        <p:spPr>
          <a:xfrm>
            <a:off x="6047486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!!b188">
            <a:extLst>
              <a:ext uri="{FF2B5EF4-FFF2-40B4-BE49-F238E27FC236}">
                <a16:creationId xmlns:a16="http://schemas.microsoft.com/office/drawing/2014/main" id="{C22D4361-2F3E-4839-095F-201E0382AA76}"/>
              </a:ext>
            </a:extLst>
          </p:cNvPr>
          <p:cNvSpPr/>
          <p:nvPr/>
        </p:nvSpPr>
        <p:spPr>
          <a:xfrm>
            <a:off x="6100211" y="5051425"/>
            <a:ext cx="30480" cy="4127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!!b189">
            <a:extLst>
              <a:ext uri="{FF2B5EF4-FFF2-40B4-BE49-F238E27FC236}">
                <a16:creationId xmlns:a16="http://schemas.microsoft.com/office/drawing/2014/main" id="{D35FEC1E-3EAA-BCC2-8C41-77106958B6AF}"/>
              </a:ext>
            </a:extLst>
          </p:cNvPr>
          <p:cNvSpPr/>
          <p:nvPr/>
        </p:nvSpPr>
        <p:spPr>
          <a:xfrm>
            <a:off x="6152935" y="5001578"/>
            <a:ext cx="30480" cy="51244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!!b190">
            <a:extLst>
              <a:ext uri="{FF2B5EF4-FFF2-40B4-BE49-F238E27FC236}">
                <a16:creationId xmlns:a16="http://schemas.microsoft.com/office/drawing/2014/main" id="{C7D4D724-FBD7-EEB3-0E5A-EB73983C4DD2}"/>
              </a:ext>
            </a:extLst>
          </p:cNvPr>
          <p:cNvSpPr/>
          <p:nvPr/>
        </p:nvSpPr>
        <p:spPr>
          <a:xfrm>
            <a:off x="6205660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!!b191">
            <a:extLst>
              <a:ext uri="{FF2B5EF4-FFF2-40B4-BE49-F238E27FC236}">
                <a16:creationId xmlns:a16="http://schemas.microsoft.com/office/drawing/2014/main" id="{1CB7548C-D927-9A1F-22C1-ECE0A48D44DA}"/>
              </a:ext>
            </a:extLst>
          </p:cNvPr>
          <p:cNvSpPr/>
          <p:nvPr/>
        </p:nvSpPr>
        <p:spPr>
          <a:xfrm>
            <a:off x="6258384" y="4972685"/>
            <a:ext cx="30480" cy="57023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!!b192">
            <a:extLst>
              <a:ext uri="{FF2B5EF4-FFF2-40B4-BE49-F238E27FC236}">
                <a16:creationId xmlns:a16="http://schemas.microsoft.com/office/drawing/2014/main" id="{9A03BCFD-C47E-46D0-C4CB-4B18274F75D1}"/>
              </a:ext>
            </a:extLst>
          </p:cNvPr>
          <p:cNvSpPr/>
          <p:nvPr/>
        </p:nvSpPr>
        <p:spPr>
          <a:xfrm>
            <a:off x="6311108" y="4988560"/>
            <a:ext cx="30480" cy="538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!!b193">
            <a:extLst>
              <a:ext uri="{FF2B5EF4-FFF2-40B4-BE49-F238E27FC236}">
                <a16:creationId xmlns:a16="http://schemas.microsoft.com/office/drawing/2014/main" id="{F6EE6B38-64E5-C43B-6453-E3D400B4F0C6}"/>
              </a:ext>
            </a:extLst>
          </p:cNvPr>
          <p:cNvSpPr/>
          <p:nvPr/>
        </p:nvSpPr>
        <p:spPr>
          <a:xfrm>
            <a:off x="6363833" y="4970145"/>
            <a:ext cx="30480" cy="57531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!!b194">
            <a:extLst>
              <a:ext uri="{FF2B5EF4-FFF2-40B4-BE49-F238E27FC236}">
                <a16:creationId xmlns:a16="http://schemas.microsoft.com/office/drawing/2014/main" id="{E2A203B9-77BB-CCD9-09BD-FF0317D81394}"/>
              </a:ext>
            </a:extLst>
          </p:cNvPr>
          <p:cNvSpPr/>
          <p:nvPr/>
        </p:nvSpPr>
        <p:spPr>
          <a:xfrm>
            <a:off x="6416557" y="4979353"/>
            <a:ext cx="30480" cy="5568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!!b195">
            <a:extLst>
              <a:ext uri="{FF2B5EF4-FFF2-40B4-BE49-F238E27FC236}">
                <a16:creationId xmlns:a16="http://schemas.microsoft.com/office/drawing/2014/main" id="{F08BEB1A-3F6D-202B-A7B9-2A870EE8BC67}"/>
              </a:ext>
            </a:extLst>
          </p:cNvPr>
          <p:cNvSpPr/>
          <p:nvPr/>
        </p:nvSpPr>
        <p:spPr>
          <a:xfrm>
            <a:off x="6469281" y="5009515"/>
            <a:ext cx="30480" cy="49657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!!b196">
            <a:extLst>
              <a:ext uri="{FF2B5EF4-FFF2-40B4-BE49-F238E27FC236}">
                <a16:creationId xmlns:a16="http://schemas.microsoft.com/office/drawing/2014/main" id="{C2525500-790E-3D88-0C8D-F6CBAD2ABF9D}"/>
              </a:ext>
            </a:extLst>
          </p:cNvPr>
          <p:cNvSpPr/>
          <p:nvPr/>
        </p:nvSpPr>
        <p:spPr>
          <a:xfrm>
            <a:off x="6522006" y="5059997"/>
            <a:ext cx="30480" cy="39560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!!dur">
            <a:extLst>
              <a:ext uri="{FF2B5EF4-FFF2-40B4-BE49-F238E27FC236}">
                <a16:creationId xmlns:a16="http://schemas.microsoft.com/office/drawing/2014/main" id="{2BA77ECB-CAE0-644A-09B7-DF9F5D45156F}"/>
              </a:ext>
            </a:extLst>
          </p:cNvPr>
          <p:cNvSpPr txBox="1"/>
          <p:nvPr/>
        </p:nvSpPr>
        <p:spPr>
          <a:xfrm>
            <a:off x="5039608" y="46482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8.0 s</a:t>
            </a:r>
          </a:p>
        </p:txBody>
      </p:sp>
      <p:grpSp>
        <p:nvGrpSpPr>
          <p:cNvPr id="227" name="s5_226">
            <a:extLst>
              <a:ext uri="{FF2B5EF4-FFF2-40B4-BE49-F238E27FC236}">
                <a16:creationId xmlns:a16="http://schemas.microsoft.com/office/drawing/2014/main" id="{1BDF1569-9196-5D58-A618-A2A01B7E2642}"/>
              </a:ext>
            </a:extLst>
          </p:cNvPr>
          <p:cNvGrpSpPr/>
          <p:nvPr/>
        </p:nvGrpSpPr>
        <p:grpSpPr>
          <a:xfrm>
            <a:off x="722322" y="4940300"/>
            <a:ext cx="5830164" cy="635000"/>
            <a:chOff x="722322" y="4940300"/>
            <a:chExt cx="5830164" cy="635000"/>
          </a:xfrm>
        </p:grpSpPr>
        <p:sp>
          <p:nvSpPr>
            <p:cNvPr id="116" name="s5_115">
              <a:extLst>
                <a:ext uri="{FF2B5EF4-FFF2-40B4-BE49-F238E27FC236}">
                  <a16:creationId xmlns:a16="http://schemas.microsoft.com/office/drawing/2014/main" id="{56949AE6-1FFB-D1CE-B4E7-5041C4820267}"/>
                </a:ext>
              </a:extLst>
            </p:cNvPr>
            <p:cNvSpPr/>
            <p:nvPr/>
          </p:nvSpPr>
          <p:spPr>
            <a:xfrm>
              <a:off x="722322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s5_116">
              <a:extLst>
                <a:ext uri="{FF2B5EF4-FFF2-40B4-BE49-F238E27FC236}">
                  <a16:creationId xmlns:a16="http://schemas.microsoft.com/office/drawing/2014/main" id="{0FD8405A-59F1-7A69-5976-691BDA805652}"/>
                </a:ext>
              </a:extLst>
            </p:cNvPr>
            <p:cNvSpPr/>
            <p:nvPr/>
          </p:nvSpPr>
          <p:spPr>
            <a:xfrm>
              <a:off x="775047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s5_117">
              <a:extLst>
                <a:ext uri="{FF2B5EF4-FFF2-40B4-BE49-F238E27FC236}">
                  <a16:creationId xmlns:a16="http://schemas.microsoft.com/office/drawing/2014/main" id="{C2DC3A5C-497E-8209-4728-3B349BFB4021}"/>
                </a:ext>
              </a:extLst>
            </p:cNvPr>
            <p:cNvSpPr/>
            <p:nvPr/>
          </p:nvSpPr>
          <p:spPr>
            <a:xfrm>
              <a:off x="827771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s5_118">
              <a:extLst>
                <a:ext uri="{FF2B5EF4-FFF2-40B4-BE49-F238E27FC236}">
                  <a16:creationId xmlns:a16="http://schemas.microsoft.com/office/drawing/2014/main" id="{557F4BD2-DF47-B1A2-1E1B-07CF8748B6F2}"/>
                </a:ext>
              </a:extLst>
            </p:cNvPr>
            <p:cNvSpPr/>
            <p:nvPr/>
          </p:nvSpPr>
          <p:spPr>
            <a:xfrm>
              <a:off x="880495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s5_119">
              <a:extLst>
                <a:ext uri="{FF2B5EF4-FFF2-40B4-BE49-F238E27FC236}">
                  <a16:creationId xmlns:a16="http://schemas.microsoft.com/office/drawing/2014/main" id="{586C07F1-1107-EC8C-FC77-F0881AEA8B5C}"/>
                </a:ext>
              </a:extLst>
            </p:cNvPr>
            <p:cNvSpPr/>
            <p:nvPr/>
          </p:nvSpPr>
          <p:spPr>
            <a:xfrm>
              <a:off x="933220" y="5026025"/>
              <a:ext cx="30480" cy="4635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s5_120">
              <a:extLst>
                <a:ext uri="{FF2B5EF4-FFF2-40B4-BE49-F238E27FC236}">
                  <a16:creationId xmlns:a16="http://schemas.microsoft.com/office/drawing/2014/main" id="{40971651-D103-9B27-C9CB-51567142B5CA}"/>
                </a:ext>
              </a:extLst>
            </p:cNvPr>
            <p:cNvSpPr/>
            <p:nvPr/>
          </p:nvSpPr>
          <p:spPr>
            <a:xfrm>
              <a:off x="985944" y="4940300"/>
              <a:ext cx="30480" cy="6350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s5_121">
              <a:extLst>
                <a:ext uri="{FF2B5EF4-FFF2-40B4-BE49-F238E27FC236}">
                  <a16:creationId xmlns:a16="http://schemas.microsoft.com/office/drawing/2014/main" id="{56D1F96D-DABB-6261-045C-611AE243FA17}"/>
                </a:ext>
              </a:extLst>
            </p:cNvPr>
            <p:cNvSpPr/>
            <p:nvPr/>
          </p:nvSpPr>
          <p:spPr>
            <a:xfrm>
              <a:off x="1038669" y="4980622"/>
              <a:ext cx="30480" cy="55435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s5_122">
              <a:extLst>
                <a:ext uri="{FF2B5EF4-FFF2-40B4-BE49-F238E27FC236}">
                  <a16:creationId xmlns:a16="http://schemas.microsoft.com/office/drawing/2014/main" id="{A86716AF-4028-652E-14BF-2488D8474704}"/>
                </a:ext>
              </a:extLst>
            </p:cNvPr>
            <p:cNvSpPr/>
            <p:nvPr/>
          </p:nvSpPr>
          <p:spPr>
            <a:xfrm>
              <a:off x="1091393" y="4940300"/>
              <a:ext cx="30480" cy="6350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s5_123">
              <a:extLst>
                <a:ext uri="{FF2B5EF4-FFF2-40B4-BE49-F238E27FC236}">
                  <a16:creationId xmlns:a16="http://schemas.microsoft.com/office/drawing/2014/main" id="{8846015E-22EF-171C-D25A-1B9CB3806976}"/>
                </a:ext>
              </a:extLst>
            </p:cNvPr>
            <p:cNvSpPr/>
            <p:nvPr/>
          </p:nvSpPr>
          <p:spPr>
            <a:xfrm>
              <a:off x="1144117" y="4940300"/>
              <a:ext cx="30480" cy="6350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s5_124">
              <a:extLst>
                <a:ext uri="{FF2B5EF4-FFF2-40B4-BE49-F238E27FC236}">
                  <a16:creationId xmlns:a16="http://schemas.microsoft.com/office/drawing/2014/main" id="{DB2137AA-CACD-54F8-DC08-9D18C7E4950C}"/>
                </a:ext>
              </a:extLst>
            </p:cNvPr>
            <p:cNvSpPr/>
            <p:nvPr/>
          </p:nvSpPr>
          <p:spPr>
            <a:xfrm>
              <a:off x="1196842" y="4945063"/>
              <a:ext cx="30480" cy="6254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s5_125">
              <a:extLst>
                <a:ext uri="{FF2B5EF4-FFF2-40B4-BE49-F238E27FC236}">
                  <a16:creationId xmlns:a16="http://schemas.microsoft.com/office/drawing/2014/main" id="{42E813EB-AF08-EB95-E2E6-ECB34E2ED86D}"/>
                </a:ext>
              </a:extLst>
            </p:cNvPr>
            <p:cNvSpPr/>
            <p:nvPr/>
          </p:nvSpPr>
          <p:spPr>
            <a:xfrm>
              <a:off x="1249566" y="4969828"/>
              <a:ext cx="30480" cy="57594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s5_126">
              <a:extLst>
                <a:ext uri="{FF2B5EF4-FFF2-40B4-BE49-F238E27FC236}">
                  <a16:creationId xmlns:a16="http://schemas.microsoft.com/office/drawing/2014/main" id="{A2B87496-2377-2167-3CA4-F8D8CCAD093A}"/>
                </a:ext>
              </a:extLst>
            </p:cNvPr>
            <p:cNvSpPr/>
            <p:nvPr/>
          </p:nvSpPr>
          <p:spPr>
            <a:xfrm>
              <a:off x="1302291" y="5147628"/>
              <a:ext cx="30480" cy="22034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s5_127">
              <a:extLst>
                <a:ext uri="{FF2B5EF4-FFF2-40B4-BE49-F238E27FC236}">
                  <a16:creationId xmlns:a16="http://schemas.microsoft.com/office/drawing/2014/main" id="{AB687741-DDA3-0764-189A-3B14A9B8C367}"/>
                </a:ext>
              </a:extLst>
            </p:cNvPr>
            <p:cNvSpPr/>
            <p:nvPr/>
          </p:nvSpPr>
          <p:spPr>
            <a:xfrm>
              <a:off x="1355015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s5_128">
              <a:extLst>
                <a:ext uri="{FF2B5EF4-FFF2-40B4-BE49-F238E27FC236}">
                  <a16:creationId xmlns:a16="http://schemas.microsoft.com/office/drawing/2014/main" id="{1097E34D-509E-B237-9371-05CFD29E308A}"/>
                </a:ext>
              </a:extLst>
            </p:cNvPr>
            <p:cNvSpPr/>
            <p:nvPr/>
          </p:nvSpPr>
          <p:spPr>
            <a:xfrm>
              <a:off x="1407739" y="5091113"/>
              <a:ext cx="30480" cy="3333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s5_129">
              <a:extLst>
                <a:ext uri="{FF2B5EF4-FFF2-40B4-BE49-F238E27FC236}">
                  <a16:creationId xmlns:a16="http://schemas.microsoft.com/office/drawing/2014/main" id="{68C82473-CEF4-34C0-7F2E-190A324F4853}"/>
                </a:ext>
              </a:extLst>
            </p:cNvPr>
            <p:cNvSpPr/>
            <p:nvPr/>
          </p:nvSpPr>
          <p:spPr>
            <a:xfrm>
              <a:off x="1460464" y="5023803"/>
              <a:ext cx="30480" cy="4679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s5_130">
              <a:extLst>
                <a:ext uri="{FF2B5EF4-FFF2-40B4-BE49-F238E27FC236}">
                  <a16:creationId xmlns:a16="http://schemas.microsoft.com/office/drawing/2014/main" id="{B8537FAA-C3C7-70D2-83B2-35FD4BAA7595}"/>
                </a:ext>
              </a:extLst>
            </p:cNvPr>
            <p:cNvSpPr/>
            <p:nvPr/>
          </p:nvSpPr>
          <p:spPr>
            <a:xfrm>
              <a:off x="1513188" y="5001260"/>
              <a:ext cx="30480" cy="5130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s5_131">
              <a:extLst>
                <a:ext uri="{FF2B5EF4-FFF2-40B4-BE49-F238E27FC236}">
                  <a16:creationId xmlns:a16="http://schemas.microsoft.com/office/drawing/2014/main" id="{09BF11A8-DD59-FA4C-8680-9D79179C38EC}"/>
                </a:ext>
              </a:extLst>
            </p:cNvPr>
            <p:cNvSpPr/>
            <p:nvPr/>
          </p:nvSpPr>
          <p:spPr>
            <a:xfrm>
              <a:off x="1565913" y="5031422"/>
              <a:ext cx="30480" cy="45275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s5_132">
              <a:extLst>
                <a:ext uri="{FF2B5EF4-FFF2-40B4-BE49-F238E27FC236}">
                  <a16:creationId xmlns:a16="http://schemas.microsoft.com/office/drawing/2014/main" id="{7545F52A-5AE9-F6C4-2A5C-3C48288C66FF}"/>
                </a:ext>
              </a:extLst>
            </p:cNvPr>
            <p:cNvSpPr/>
            <p:nvPr/>
          </p:nvSpPr>
          <p:spPr>
            <a:xfrm>
              <a:off x="1618637" y="5006022"/>
              <a:ext cx="30480" cy="50355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s5_133">
              <a:extLst>
                <a:ext uri="{FF2B5EF4-FFF2-40B4-BE49-F238E27FC236}">
                  <a16:creationId xmlns:a16="http://schemas.microsoft.com/office/drawing/2014/main" id="{057B1865-627A-ED90-A25D-A6074CE8163A}"/>
                </a:ext>
              </a:extLst>
            </p:cNvPr>
            <p:cNvSpPr/>
            <p:nvPr/>
          </p:nvSpPr>
          <p:spPr>
            <a:xfrm>
              <a:off x="1671361" y="4980940"/>
              <a:ext cx="30480" cy="55372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s5_134">
              <a:extLst>
                <a:ext uri="{FF2B5EF4-FFF2-40B4-BE49-F238E27FC236}">
                  <a16:creationId xmlns:a16="http://schemas.microsoft.com/office/drawing/2014/main" id="{B0ED0912-B1B2-1F18-063A-572393CD62E4}"/>
                </a:ext>
              </a:extLst>
            </p:cNvPr>
            <p:cNvSpPr/>
            <p:nvPr/>
          </p:nvSpPr>
          <p:spPr>
            <a:xfrm>
              <a:off x="1724086" y="5115560"/>
              <a:ext cx="30480" cy="284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s5_135">
              <a:extLst>
                <a:ext uri="{FF2B5EF4-FFF2-40B4-BE49-F238E27FC236}">
                  <a16:creationId xmlns:a16="http://schemas.microsoft.com/office/drawing/2014/main" id="{9AB72816-1A6D-3534-21D7-D9BD44E9239D}"/>
                </a:ext>
              </a:extLst>
            </p:cNvPr>
            <p:cNvSpPr/>
            <p:nvPr/>
          </p:nvSpPr>
          <p:spPr>
            <a:xfrm>
              <a:off x="1776810" y="5026342"/>
              <a:ext cx="30480" cy="46291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s5_136">
              <a:extLst>
                <a:ext uri="{FF2B5EF4-FFF2-40B4-BE49-F238E27FC236}">
                  <a16:creationId xmlns:a16="http://schemas.microsoft.com/office/drawing/2014/main" id="{8F633D37-8021-8198-6FF3-1FFC24DD3A56}"/>
                </a:ext>
              </a:extLst>
            </p:cNvPr>
            <p:cNvSpPr/>
            <p:nvPr/>
          </p:nvSpPr>
          <p:spPr>
            <a:xfrm>
              <a:off x="1829535" y="5056188"/>
              <a:ext cx="30480" cy="4032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s5_137">
              <a:extLst>
                <a:ext uri="{FF2B5EF4-FFF2-40B4-BE49-F238E27FC236}">
                  <a16:creationId xmlns:a16="http://schemas.microsoft.com/office/drawing/2014/main" id="{5C10097C-55EC-BFCA-7515-06DABD5C7757}"/>
                </a:ext>
              </a:extLst>
            </p:cNvPr>
            <p:cNvSpPr/>
            <p:nvPr/>
          </p:nvSpPr>
          <p:spPr>
            <a:xfrm>
              <a:off x="1882259" y="5008245"/>
              <a:ext cx="30480" cy="49911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s5_138">
              <a:extLst>
                <a:ext uri="{FF2B5EF4-FFF2-40B4-BE49-F238E27FC236}">
                  <a16:creationId xmlns:a16="http://schemas.microsoft.com/office/drawing/2014/main" id="{2E32C907-8DB3-9959-7AF4-5696C13F0570}"/>
                </a:ext>
              </a:extLst>
            </p:cNvPr>
            <p:cNvSpPr/>
            <p:nvPr/>
          </p:nvSpPr>
          <p:spPr>
            <a:xfrm>
              <a:off x="1934983" y="5052378"/>
              <a:ext cx="30480" cy="41084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s5_139">
              <a:extLst>
                <a:ext uri="{FF2B5EF4-FFF2-40B4-BE49-F238E27FC236}">
                  <a16:creationId xmlns:a16="http://schemas.microsoft.com/office/drawing/2014/main" id="{B4F3CBB4-02D1-1118-FA2F-7E04C219B684}"/>
                </a:ext>
              </a:extLst>
            </p:cNvPr>
            <p:cNvSpPr/>
            <p:nvPr/>
          </p:nvSpPr>
          <p:spPr>
            <a:xfrm>
              <a:off x="1987708" y="5017135"/>
              <a:ext cx="30480" cy="48133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s5_140">
              <a:extLst>
                <a:ext uri="{FF2B5EF4-FFF2-40B4-BE49-F238E27FC236}">
                  <a16:creationId xmlns:a16="http://schemas.microsoft.com/office/drawing/2014/main" id="{37B27BC5-6D75-0831-C6B8-AA1738F19B56}"/>
                </a:ext>
              </a:extLst>
            </p:cNvPr>
            <p:cNvSpPr/>
            <p:nvPr/>
          </p:nvSpPr>
          <p:spPr>
            <a:xfrm>
              <a:off x="2040432" y="5019040"/>
              <a:ext cx="30480" cy="47752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s5_141">
              <a:extLst>
                <a:ext uri="{FF2B5EF4-FFF2-40B4-BE49-F238E27FC236}">
                  <a16:creationId xmlns:a16="http://schemas.microsoft.com/office/drawing/2014/main" id="{8966036C-2556-1DC5-77D7-4D945B4BB259}"/>
                </a:ext>
              </a:extLst>
            </p:cNvPr>
            <p:cNvSpPr/>
            <p:nvPr/>
          </p:nvSpPr>
          <p:spPr>
            <a:xfrm>
              <a:off x="2093157" y="5075238"/>
              <a:ext cx="30479" cy="3651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s5_142">
              <a:extLst>
                <a:ext uri="{FF2B5EF4-FFF2-40B4-BE49-F238E27FC236}">
                  <a16:creationId xmlns:a16="http://schemas.microsoft.com/office/drawing/2014/main" id="{B74F4375-4171-F612-DEA6-CECBA237CCE7}"/>
                </a:ext>
              </a:extLst>
            </p:cNvPr>
            <p:cNvSpPr/>
            <p:nvPr/>
          </p:nvSpPr>
          <p:spPr>
            <a:xfrm>
              <a:off x="2145881" y="5222558"/>
              <a:ext cx="30480" cy="7048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s5_143">
              <a:extLst>
                <a:ext uri="{FF2B5EF4-FFF2-40B4-BE49-F238E27FC236}">
                  <a16:creationId xmlns:a16="http://schemas.microsoft.com/office/drawing/2014/main" id="{D0D6C987-8095-D1C6-A5EE-3A1C284444F7}"/>
                </a:ext>
              </a:extLst>
            </p:cNvPr>
            <p:cNvSpPr/>
            <p:nvPr/>
          </p:nvSpPr>
          <p:spPr>
            <a:xfrm>
              <a:off x="2198605" y="5235892"/>
              <a:ext cx="30480" cy="4381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s5_144">
              <a:extLst>
                <a:ext uri="{FF2B5EF4-FFF2-40B4-BE49-F238E27FC236}">
                  <a16:creationId xmlns:a16="http://schemas.microsoft.com/office/drawing/2014/main" id="{48179030-93FC-0DC0-DD4B-B232C8B6FD07}"/>
                </a:ext>
              </a:extLst>
            </p:cNvPr>
            <p:cNvSpPr/>
            <p:nvPr/>
          </p:nvSpPr>
          <p:spPr>
            <a:xfrm>
              <a:off x="2251330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s5_145">
              <a:extLst>
                <a:ext uri="{FF2B5EF4-FFF2-40B4-BE49-F238E27FC236}">
                  <a16:creationId xmlns:a16="http://schemas.microsoft.com/office/drawing/2014/main" id="{A51462B5-D07C-10ED-28E6-6F583F22535E}"/>
                </a:ext>
              </a:extLst>
            </p:cNvPr>
            <p:cNvSpPr/>
            <p:nvPr/>
          </p:nvSpPr>
          <p:spPr>
            <a:xfrm>
              <a:off x="2304054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s5_146">
              <a:extLst>
                <a:ext uri="{FF2B5EF4-FFF2-40B4-BE49-F238E27FC236}">
                  <a16:creationId xmlns:a16="http://schemas.microsoft.com/office/drawing/2014/main" id="{08C04B52-CC13-6498-D985-CA3BDC8D4299}"/>
                </a:ext>
              </a:extLst>
            </p:cNvPr>
            <p:cNvSpPr/>
            <p:nvPr/>
          </p:nvSpPr>
          <p:spPr>
            <a:xfrm>
              <a:off x="2356778" y="5041900"/>
              <a:ext cx="30480" cy="4318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s5_147">
              <a:extLst>
                <a:ext uri="{FF2B5EF4-FFF2-40B4-BE49-F238E27FC236}">
                  <a16:creationId xmlns:a16="http://schemas.microsoft.com/office/drawing/2014/main" id="{B32C7D8C-11D4-547A-84C9-642B31275465}"/>
                </a:ext>
              </a:extLst>
            </p:cNvPr>
            <p:cNvSpPr/>
            <p:nvPr/>
          </p:nvSpPr>
          <p:spPr>
            <a:xfrm>
              <a:off x="2409503" y="5016183"/>
              <a:ext cx="30480" cy="48323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s5_148">
              <a:extLst>
                <a:ext uri="{FF2B5EF4-FFF2-40B4-BE49-F238E27FC236}">
                  <a16:creationId xmlns:a16="http://schemas.microsoft.com/office/drawing/2014/main" id="{CA9EF0F0-E565-FECC-104B-C4E282C4CB34}"/>
                </a:ext>
              </a:extLst>
            </p:cNvPr>
            <p:cNvSpPr/>
            <p:nvPr/>
          </p:nvSpPr>
          <p:spPr>
            <a:xfrm>
              <a:off x="2462227" y="4979988"/>
              <a:ext cx="30480" cy="5556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s5_149">
              <a:extLst>
                <a:ext uri="{FF2B5EF4-FFF2-40B4-BE49-F238E27FC236}">
                  <a16:creationId xmlns:a16="http://schemas.microsoft.com/office/drawing/2014/main" id="{53E01C15-C974-6B3F-7CD3-37812D5B1EAB}"/>
                </a:ext>
              </a:extLst>
            </p:cNvPr>
            <p:cNvSpPr/>
            <p:nvPr/>
          </p:nvSpPr>
          <p:spPr>
            <a:xfrm>
              <a:off x="2514952" y="4978717"/>
              <a:ext cx="30480" cy="55816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s5_150">
              <a:extLst>
                <a:ext uri="{FF2B5EF4-FFF2-40B4-BE49-F238E27FC236}">
                  <a16:creationId xmlns:a16="http://schemas.microsoft.com/office/drawing/2014/main" id="{A7D9DECC-330B-D1DF-6331-F5B137060C82}"/>
                </a:ext>
              </a:extLst>
            </p:cNvPr>
            <p:cNvSpPr/>
            <p:nvPr/>
          </p:nvSpPr>
          <p:spPr>
            <a:xfrm>
              <a:off x="2567676" y="4972050"/>
              <a:ext cx="30480" cy="5715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s5_151">
              <a:extLst>
                <a:ext uri="{FF2B5EF4-FFF2-40B4-BE49-F238E27FC236}">
                  <a16:creationId xmlns:a16="http://schemas.microsoft.com/office/drawing/2014/main" id="{37187475-CAE6-6AF6-0D10-93636541FBF9}"/>
                </a:ext>
              </a:extLst>
            </p:cNvPr>
            <p:cNvSpPr/>
            <p:nvPr/>
          </p:nvSpPr>
          <p:spPr>
            <a:xfrm>
              <a:off x="2620401" y="5073650"/>
              <a:ext cx="30479" cy="3683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s5_152">
              <a:extLst>
                <a:ext uri="{FF2B5EF4-FFF2-40B4-BE49-F238E27FC236}">
                  <a16:creationId xmlns:a16="http://schemas.microsoft.com/office/drawing/2014/main" id="{C81BAC6C-CC2C-3A1A-FEA9-17C0AE200502}"/>
                </a:ext>
              </a:extLst>
            </p:cNvPr>
            <p:cNvSpPr/>
            <p:nvPr/>
          </p:nvSpPr>
          <p:spPr>
            <a:xfrm>
              <a:off x="2673125" y="4996180"/>
              <a:ext cx="30480" cy="52324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s5_153">
              <a:extLst>
                <a:ext uri="{FF2B5EF4-FFF2-40B4-BE49-F238E27FC236}">
                  <a16:creationId xmlns:a16="http://schemas.microsoft.com/office/drawing/2014/main" id="{7CD4B87F-A042-FC55-2FA8-DBB24D984BDC}"/>
                </a:ext>
              </a:extLst>
            </p:cNvPr>
            <p:cNvSpPr/>
            <p:nvPr/>
          </p:nvSpPr>
          <p:spPr>
            <a:xfrm>
              <a:off x="2725849" y="4985703"/>
              <a:ext cx="30480" cy="5441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s5_154">
              <a:extLst>
                <a:ext uri="{FF2B5EF4-FFF2-40B4-BE49-F238E27FC236}">
                  <a16:creationId xmlns:a16="http://schemas.microsoft.com/office/drawing/2014/main" id="{D97B007E-11E8-AF56-C024-E4922D63768A}"/>
                </a:ext>
              </a:extLst>
            </p:cNvPr>
            <p:cNvSpPr/>
            <p:nvPr/>
          </p:nvSpPr>
          <p:spPr>
            <a:xfrm>
              <a:off x="2778574" y="4992688"/>
              <a:ext cx="30480" cy="5302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s5_155">
              <a:extLst>
                <a:ext uri="{FF2B5EF4-FFF2-40B4-BE49-F238E27FC236}">
                  <a16:creationId xmlns:a16="http://schemas.microsoft.com/office/drawing/2014/main" id="{E595AEB9-0A22-44EB-BFBB-DF0FA86627BD}"/>
                </a:ext>
              </a:extLst>
            </p:cNvPr>
            <p:cNvSpPr/>
            <p:nvPr/>
          </p:nvSpPr>
          <p:spPr>
            <a:xfrm>
              <a:off x="2831298" y="5004753"/>
              <a:ext cx="30480" cy="5060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s5_156">
              <a:extLst>
                <a:ext uri="{FF2B5EF4-FFF2-40B4-BE49-F238E27FC236}">
                  <a16:creationId xmlns:a16="http://schemas.microsoft.com/office/drawing/2014/main" id="{BDB50530-D8AE-56F8-153C-7D5D086E8929}"/>
                </a:ext>
              </a:extLst>
            </p:cNvPr>
            <p:cNvSpPr/>
            <p:nvPr/>
          </p:nvSpPr>
          <p:spPr>
            <a:xfrm>
              <a:off x="2884022" y="4989513"/>
              <a:ext cx="30480" cy="5365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s5_157">
              <a:extLst>
                <a:ext uri="{FF2B5EF4-FFF2-40B4-BE49-F238E27FC236}">
                  <a16:creationId xmlns:a16="http://schemas.microsoft.com/office/drawing/2014/main" id="{27C08B16-E4A6-77B7-7D36-17A06930F8DF}"/>
                </a:ext>
              </a:extLst>
            </p:cNvPr>
            <p:cNvSpPr/>
            <p:nvPr/>
          </p:nvSpPr>
          <p:spPr>
            <a:xfrm>
              <a:off x="2936747" y="5003800"/>
              <a:ext cx="30480" cy="5080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s5_158">
              <a:extLst>
                <a:ext uri="{FF2B5EF4-FFF2-40B4-BE49-F238E27FC236}">
                  <a16:creationId xmlns:a16="http://schemas.microsoft.com/office/drawing/2014/main" id="{D343286A-BAFC-DB5E-7D21-2AE694922CC1}"/>
                </a:ext>
              </a:extLst>
            </p:cNvPr>
            <p:cNvSpPr/>
            <p:nvPr/>
          </p:nvSpPr>
          <p:spPr>
            <a:xfrm>
              <a:off x="2989471" y="5032375"/>
              <a:ext cx="30480" cy="4508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s5_159">
              <a:extLst>
                <a:ext uri="{FF2B5EF4-FFF2-40B4-BE49-F238E27FC236}">
                  <a16:creationId xmlns:a16="http://schemas.microsoft.com/office/drawing/2014/main" id="{E636877A-A197-2936-28FE-302344EBB80D}"/>
                </a:ext>
              </a:extLst>
            </p:cNvPr>
            <p:cNvSpPr/>
            <p:nvPr/>
          </p:nvSpPr>
          <p:spPr>
            <a:xfrm>
              <a:off x="3042196" y="4990147"/>
              <a:ext cx="30480" cy="53530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s5_160">
              <a:extLst>
                <a:ext uri="{FF2B5EF4-FFF2-40B4-BE49-F238E27FC236}">
                  <a16:creationId xmlns:a16="http://schemas.microsoft.com/office/drawing/2014/main" id="{BD936A85-E6ED-3E54-9296-28BB6EE251C7}"/>
                </a:ext>
              </a:extLst>
            </p:cNvPr>
            <p:cNvSpPr/>
            <p:nvPr/>
          </p:nvSpPr>
          <p:spPr>
            <a:xfrm>
              <a:off x="3094920" y="5044758"/>
              <a:ext cx="30480" cy="42608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s5_161">
              <a:extLst>
                <a:ext uri="{FF2B5EF4-FFF2-40B4-BE49-F238E27FC236}">
                  <a16:creationId xmlns:a16="http://schemas.microsoft.com/office/drawing/2014/main" id="{02221DC4-6EFE-E67A-7689-87B207AFE822}"/>
                </a:ext>
              </a:extLst>
            </p:cNvPr>
            <p:cNvSpPr/>
            <p:nvPr/>
          </p:nvSpPr>
          <p:spPr>
            <a:xfrm>
              <a:off x="3147644" y="5143183"/>
              <a:ext cx="30480" cy="22923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s5_162">
              <a:extLst>
                <a:ext uri="{FF2B5EF4-FFF2-40B4-BE49-F238E27FC236}">
                  <a16:creationId xmlns:a16="http://schemas.microsoft.com/office/drawing/2014/main" id="{C2B5E44F-4CA5-4063-417B-9AE29A780B18}"/>
                </a:ext>
              </a:extLst>
            </p:cNvPr>
            <p:cNvSpPr/>
            <p:nvPr/>
          </p:nvSpPr>
          <p:spPr>
            <a:xfrm>
              <a:off x="3200369" y="4997767"/>
              <a:ext cx="30480" cy="52006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s5_163">
              <a:extLst>
                <a:ext uri="{FF2B5EF4-FFF2-40B4-BE49-F238E27FC236}">
                  <a16:creationId xmlns:a16="http://schemas.microsoft.com/office/drawing/2014/main" id="{955136F7-17A3-E087-0C5F-C839ADB2AB2B}"/>
                </a:ext>
              </a:extLst>
            </p:cNvPr>
            <p:cNvSpPr/>
            <p:nvPr/>
          </p:nvSpPr>
          <p:spPr>
            <a:xfrm>
              <a:off x="3253093" y="4975860"/>
              <a:ext cx="30480" cy="5638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s5_164">
              <a:extLst>
                <a:ext uri="{FF2B5EF4-FFF2-40B4-BE49-F238E27FC236}">
                  <a16:creationId xmlns:a16="http://schemas.microsoft.com/office/drawing/2014/main" id="{3DEAC3FE-7055-B613-8DC4-DC3425AE1DF7}"/>
                </a:ext>
              </a:extLst>
            </p:cNvPr>
            <p:cNvSpPr/>
            <p:nvPr/>
          </p:nvSpPr>
          <p:spPr>
            <a:xfrm>
              <a:off x="3305818" y="4974590"/>
              <a:ext cx="30480" cy="56642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s5_165">
              <a:extLst>
                <a:ext uri="{FF2B5EF4-FFF2-40B4-BE49-F238E27FC236}">
                  <a16:creationId xmlns:a16="http://schemas.microsoft.com/office/drawing/2014/main" id="{C3ACE648-0821-499E-B1FB-E08502EA62F9}"/>
                </a:ext>
              </a:extLst>
            </p:cNvPr>
            <p:cNvSpPr/>
            <p:nvPr/>
          </p:nvSpPr>
          <p:spPr>
            <a:xfrm>
              <a:off x="3358542" y="4993322"/>
              <a:ext cx="30480" cy="52895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s5_166">
              <a:extLst>
                <a:ext uri="{FF2B5EF4-FFF2-40B4-BE49-F238E27FC236}">
                  <a16:creationId xmlns:a16="http://schemas.microsoft.com/office/drawing/2014/main" id="{5EC7CAEE-7D9A-4236-F43D-4F159FDF6838}"/>
                </a:ext>
              </a:extLst>
            </p:cNvPr>
            <p:cNvSpPr/>
            <p:nvPr/>
          </p:nvSpPr>
          <p:spPr>
            <a:xfrm>
              <a:off x="3411267" y="5055870"/>
              <a:ext cx="30480" cy="40386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s5_167">
              <a:extLst>
                <a:ext uri="{FF2B5EF4-FFF2-40B4-BE49-F238E27FC236}">
                  <a16:creationId xmlns:a16="http://schemas.microsoft.com/office/drawing/2014/main" id="{C8498B23-1389-70D0-756B-D45BC78BBD78}"/>
                </a:ext>
              </a:extLst>
            </p:cNvPr>
            <p:cNvSpPr/>
            <p:nvPr/>
          </p:nvSpPr>
          <p:spPr>
            <a:xfrm>
              <a:off x="3463991" y="5148263"/>
              <a:ext cx="30480" cy="2190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s5_168">
              <a:extLst>
                <a:ext uri="{FF2B5EF4-FFF2-40B4-BE49-F238E27FC236}">
                  <a16:creationId xmlns:a16="http://schemas.microsoft.com/office/drawing/2014/main" id="{54DB7952-AF5B-6453-D710-91BBCFA1C674}"/>
                </a:ext>
              </a:extLst>
            </p:cNvPr>
            <p:cNvSpPr/>
            <p:nvPr/>
          </p:nvSpPr>
          <p:spPr>
            <a:xfrm>
              <a:off x="3516715" y="5073650"/>
              <a:ext cx="30480" cy="3683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s5_169">
              <a:extLst>
                <a:ext uri="{FF2B5EF4-FFF2-40B4-BE49-F238E27FC236}">
                  <a16:creationId xmlns:a16="http://schemas.microsoft.com/office/drawing/2014/main" id="{3F5D3B0F-2B85-1B4A-DFD4-AA9096E44EC1}"/>
                </a:ext>
              </a:extLst>
            </p:cNvPr>
            <p:cNvSpPr/>
            <p:nvPr/>
          </p:nvSpPr>
          <p:spPr>
            <a:xfrm>
              <a:off x="3569439" y="5070475"/>
              <a:ext cx="30480" cy="3746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s5_170">
              <a:extLst>
                <a:ext uri="{FF2B5EF4-FFF2-40B4-BE49-F238E27FC236}">
                  <a16:creationId xmlns:a16="http://schemas.microsoft.com/office/drawing/2014/main" id="{2B4931C2-57CD-6F08-4AC4-4BA3A2922165}"/>
                </a:ext>
              </a:extLst>
            </p:cNvPr>
            <p:cNvSpPr/>
            <p:nvPr/>
          </p:nvSpPr>
          <p:spPr>
            <a:xfrm>
              <a:off x="3622164" y="5106670"/>
              <a:ext cx="30480" cy="30226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s5_171">
              <a:extLst>
                <a:ext uri="{FF2B5EF4-FFF2-40B4-BE49-F238E27FC236}">
                  <a16:creationId xmlns:a16="http://schemas.microsoft.com/office/drawing/2014/main" id="{E99446DF-A99D-035A-002F-7645448DEA3D}"/>
                </a:ext>
              </a:extLst>
            </p:cNvPr>
            <p:cNvSpPr/>
            <p:nvPr/>
          </p:nvSpPr>
          <p:spPr>
            <a:xfrm>
              <a:off x="3674888" y="5015865"/>
              <a:ext cx="30480" cy="48387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s5_172">
              <a:extLst>
                <a:ext uri="{FF2B5EF4-FFF2-40B4-BE49-F238E27FC236}">
                  <a16:creationId xmlns:a16="http://schemas.microsoft.com/office/drawing/2014/main" id="{423E9F28-E380-7E14-ECE6-57D12120E927}"/>
                </a:ext>
              </a:extLst>
            </p:cNvPr>
            <p:cNvSpPr/>
            <p:nvPr/>
          </p:nvSpPr>
          <p:spPr>
            <a:xfrm>
              <a:off x="3727613" y="4997767"/>
              <a:ext cx="30480" cy="52006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s5_173">
              <a:extLst>
                <a:ext uri="{FF2B5EF4-FFF2-40B4-BE49-F238E27FC236}">
                  <a16:creationId xmlns:a16="http://schemas.microsoft.com/office/drawing/2014/main" id="{50F1A378-736C-DEF2-52D5-F5B80F32E99B}"/>
                </a:ext>
              </a:extLst>
            </p:cNvPr>
            <p:cNvSpPr/>
            <p:nvPr/>
          </p:nvSpPr>
          <p:spPr>
            <a:xfrm>
              <a:off x="3780337" y="5138103"/>
              <a:ext cx="30480" cy="2393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s5_174">
              <a:extLst>
                <a:ext uri="{FF2B5EF4-FFF2-40B4-BE49-F238E27FC236}">
                  <a16:creationId xmlns:a16="http://schemas.microsoft.com/office/drawing/2014/main" id="{31911B18-2318-E0C6-33A3-FC8C1ABFA14F}"/>
                </a:ext>
              </a:extLst>
            </p:cNvPr>
            <p:cNvSpPr/>
            <p:nvPr/>
          </p:nvSpPr>
          <p:spPr>
            <a:xfrm>
              <a:off x="3833062" y="5032692"/>
              <a:ext cx="30480" cy="45021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s5_175">
              <a:extLst>
                <a:ext uri="{FF2B5EF4-FFF2-40B4-BE49-F238E27FC236}">
                  <a16:creationId xmlns:a16="http://schemas.microsoft.com/office/drawing/2014/main" id="{56163786-14B4-91C4-A425-DC36BA992883}"/>
                </a:ext>
              </a:extLst>
            </p:cNvPr>
            <p:cNvSpPr/>
            <p:nvPr/>
          </p:nvSpPr>
          <p:spPr>
            <a:xfrm>
              <a:off x="3885786" y="5060633"/>
              <a:ext cx="30480" cy="39433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s5_176">
              <a:extLst>
                <a:ext uri="{FF2B5EF4-FFF2-40B4-BE49-F238E27FC236}">
                  <a16:creationId xmlns:a16="http://schemas.microsoft.com/office/drawing/2014/main" id="{62872E31-ADE5-DE7E-DA94-E6F689B2B722}"/>
                </a:ext>
              </a:extLst>
            </p:cNvPr>
            <p:cNvSpPr/>
            <p:nvPr/>
          </p:nvSpPr>
          <p:spPr>
            <a:xfrm>
              <a:off x="3938510" y="5154613"/>
              <a:ext cx="30480" cy="2063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s5_177">
              <a:extLst>
                <a:ext uri="{FF2B5EF4-FFF2-40B4-BE49-F238E27FC236}">
                  <a16:creationId xmlns:a16="http://schemas.microsoft.com/office/drawing/2014/main" id="{0A00AD44-2468-E280-829F-B098E2AB36A2}"/>
                </a:ext>
              </a:extLst>
            </p:cNvPr>
            <p:cNvSpPr/>
            <p:nvPr/>
          </p:nvSpPr>
          <p:spPr>
            <a:xfrm>
              <a:off x="3991235" y="5226050"/>
              <a:ext cx="30480" cy="635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s5_178">
              <a:extLst>
                <a:ext uri="{FF2B5EF4-FFF2-40B4-BE49-F238E27FC236}">
                  <a16:creationId xmlns:a16="http://schemas.microsoft.com/office/drawing/2014/main" id="{97292A9A-FBE1-C050-C9E8-1CA183523DF5}"/>
                </a:ext>
              </a:extLst>
            </p:cNvPr>
            <p:cNvSpPr/>
            <p:nvPr/>
          </p:nvSpPr>
          <p:spPr>
            <a:xfrm>
              <a:off x="4043959" y="5220335"/>
              <a:ext cx="30480" cy="7493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s5_179">
              <a:extLst>
                <a:ext uri="{FF2B5EF4-FFF2-40B4-BE49-F238E27FC236}">
                  <a16:creationId xmlns:a16="http://schemas.microsoft.com/office/drawing/2014/main" id="{72AA6A79-484F-5DD0-7BFE-9825F0BA169C}"/>
                </a:ext>
              </a:extLst>
            </p:cNvPr>
            <p:cNvSpPr/>
            <p:nvPr/>
          </p:nvSpPr>
          <p:spPr>
            <a:xfrm>
              <a:off x="4096684" y="5222875"/>
              <a:ext cx="30480" cy="698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s5_180">
              <a:extLst>
                <a:ext uri="{FF2B5EF4-FFF2-40B4-BE49-F238E27FC236}">
                  <a16:creationId xmlns:a16="http://schemas.microsoft.com/office/drawing/2014/main" id="{C846CC6A-0439-DB84-606E-BDBD84BBD7CD}"/>
                </a:ext>
              </a:extLst>
            </p:cNvPr>
            <p:cNvSpPr/>
            <p:nvPr/>
          </p:nvSpPr>
          <p:spPr>
            <a:xfrm>
              <a:off x="4149408" y="5230495"/>
              <a:ext cx="30480" cy="5461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s5_181">
              <a:extLst>
                <a:ext uri="{FF2B5EF4-FFF2-40B4-BE49-F238E27FC236}">
                  <a16:creationId xmlns:a16="http://schemas.microsoft.com/office/drawing/2014/main" id="{9701FC05-A52D-4FFE-347B-8AB74C5A9B98}"/>
                </a:ext>
              </a:extLst>
            </p:cNvPr>
            <p:cNvSpPr/>
            <p:nvPr/>
          </p:nvSpPr>
          <p:spPr>
            <a:xfrm>
              <a:off x="4202132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s5_182">
              <a:extLst>
                <a:ext uri="{FF2B5EF4-FFF2-40B4-BE49-F238E27FC236}">
                  <a16:creationId xmlns:a16="http://schemas.microsoft.com/office/drawing/2014/main" id="{F524E7A3-F7F9-B9E2-C0D2-1324108E1341}"/>
                </a:ext>
              </a:extLst>
            </p:cNvPr>
            <p:cNvSpPr/>
            <p:nvPr/>
          </p:nvSpPr>
          <p:spPr>
            <a:xfrm>
              <a:off x="4254857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s5_183">
              <a:extLst>
                <a:ext uri="{FF2B5EF4-FFF2-40B4-BE49-F238E27FC236}">
                  <a16:creationId xmlns:a16="http://schemas.microsoft.com/office/drawing/2014/main" id="{EC51786A-12EE-1A57-CCB2-83708F26A1D1}"/>
                </a:ext>
              </a:extLst>
            </p:cNvPr>
            <p:cNvSpPr/>
            <p:nvPr/>
          </p:nvSpPr>
          <p:spPr>
            <a:xfrm>
              <a:off x="4307581" y="5029835"/>
              <a:ext cx="30480" cy="45593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s5_184">
              <a:extLst>
                <a:ext uri="{FF2B5EF4-FFF2-40B4-BE49-F238E27FC236}">
                  <a16:creationId xmlns:a16="http://schemas.microsoft.com/office/drawing/2014/main" id="{3FE8A4FB-A524-E835-7792-57FE6FE19785}"/>
                </a:ext>
              </a:extLst>
            </p:cNvPr>
            <p:cNvSpPr/>
            <p:nvPr/>
          </p:nvSpPr>
          <p:spPr>
            <a:xfrm>
              <a:off x="4360306" y="5103813"/>
              <a:ext cx="30479" cy="3079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s5_185">
              <a:extLst>
                <a:ext uri="{FF2B5EF4-FFF2-40B4-BE49-F238E27FC236}">
                  <a16:creationId xmlns:a16="http://schemas.microsoft.com/office/drawing/2014/main" id="{41EAB906-972E-E57F-732A-CA11AF1B4C47}"/>
                </a:ext>
              </a:extLst>
            </p:cNvPr>
            <p:cNvSpPr/>
            <p:nvPr/>
          </p:nvSpPr>
          <p:spPr>
            <a:xfrm>
              <a:off x="4413030" y="5003165"/>
              <a:ext cx="30480" cy="50927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s5_186">
              <a:extLst>
                <a:ext uri="{FF2B5EF4-FFF2-40B4-BE49-F238E27FC236}">
                  <a16:creationId xmlns:a16="http://schemas.microsoft.com/office/drawing/2014/main" id="{5AFAD44B-AAA3-B053-01E1-6BD34FBBE020}"/>
                </a:ext>
              </a:extLst>
            </p:cNvPr>
            <p:cNvSpPr/>
            <p:nvPr/>
          </p:nvSpPr>
          <p:spPr>
            <a:xfrm>
              <a:off x="4465755" y="5009833"/>
              <a:ext cx="30479" cy="49593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s5_187">
              <a:extLst>
                <a:ext uri="{FF2B5EF4-FFF2-40B4-BE49-F238E27FC236}">
                  <a16:creationId xmlns:a16="http://schemas.microsoft.com/office/drawing/2014/main" id="{7879D183-E022-49CF-7436-F5B4D2B2ED08}"/>
                </a:ext>
              </a:extLst>
            </p:cNvPr>
            <p:cNvSpPr/>
            <p:nvPr/>
          </p:nvSpPr>
          <p:spPr>
            <a:xfrm>
              <a:off x="4518479" y="5026342"/>
              <a:ext cx="30480" cy="46291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s5_188">
              <a:extLst>
                <a:ext uri="{FF2B5EF4-FFF2-40B4-BE49-F238E27FC236}">
                  <a16:creationId xmlns:a16="http://schemas.microsoft.com/office/drawing/2014/main" id="{D6ADA2D5-1CED-6D18-A642-6AC500301E31}"/>
                </a:ext>
              </a:extLst>
            </p:cNvPr>
            <p:cNvSpPr/>
            <p:nvPr/>
          </p:nvSpPr>
          <p:spPr>
            <a:xfrm>
              <a:off x="4571203" y="4992688"/>
              <a:ext cx="30480" cy="5302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s5_189">
              <a:extLst>
                <a:ext uri="{FF2B5EF4-FFF2-40B4-BE49-F238E27FC236}">
                  <a16:creationId xmlns:a16="http://schemas.microsoft.com/office/drawing/2014/main" id="{4761F6F8-D47E-FE76-90B4-4FE1635C3142}"/>
                </a:ext>
              </a:extLst>
            </p:cNvPr>
            <p:cNvSpPr/>
            <p:nvPr/>
          </p:nvSpPr>
          <p:spPr>
            <a:xfrm>
              <a:off x="4623927" y="4996815"/>
              <a:ext cx="30480" cy="52197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s5_190">
              <a:extLst>
                <a:ext uri="{FF2B5EF4-FFF2-40B4-BE49-F238E27FC236}">
                  <a16:creationId xmlns:a16="http://schemas.microsoft.com/office/drawing/2014/main" id="{399D40DA-C596-390A-3D17-D445ABA8DC6F}"/>
                </a:ext>
              </a:extLst>
            </p:cNvPr>
            <p:cNvSpPr/>
            <p:nvPr/>
          </p:nvSpPr>
          <p:spPr>
            <a:xfrm>
              <a:off x="4676652" y="5010150"/>
              <a:ext cx="30480" cy="4953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s5_191">
              <a:extLst>
                <a:ext uri="{FF2B5EF4-FFF2-40B4-BE49-F238E27FC236}">
                  <a16:creationId xmlns:a16="http://schemas.microsoft.com/office/drawing/2014/main" id="{49928732-B3DA-3F05-6588-73B10DF6CA34}"/>
                </a:ext>
              </a:extLst>
            </p:cNvPr>
            <p:cNvSpPr/>
            <p:nvPr/>
          </p:nvSpPr>
          <p:spPr>
            <a:xfrm>
              <a:off x="4729376" y="5009197"/>
              <a:ext cx="30480" cy="49720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s5_192">
              <a:extLst>
                <a:ext uri="{FF2B5EF4-FFF2-40B4-BE49-F238E27FC236}">
                  <a16:creationId xmlns:a16="http://schemas.microsoft.com/office/drawing/2014/main" id="{1307ABEC-F3F9-C109-10C7-E7BCC6D48C87}"/>
                </a:ext>
              </a:extLst>
            </p:cNvPr>
            <p:cNvSpPr/>
            <p:nvPr/>
          </p:nvSpPr>
          <p:spPr>
            <a:xfrm>
              <a:off x="4782101" y="5009515"/>
              <a:ext cx="30480" cy="49657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s5_193">
              <a:extLst>
                <a:ext uri="{FF2B5EF4-FFF2-40B4-BE49-F238E27FC236}">
                  <a16:creationId xmlns:a16="http://schemas.microsoft.com/office/drawing/2014/main" id="{48FA49A5-A973-43BC-329E-7CEB405DAA64}"/>
                </a:ext>
              </a:extLst>
            </p:cNvPr>
            <p:cNvSpPr/>
            <p:nvPr/>
          </p:nvSpPr>
          <p:spPr>
            <a:xfrm>
              <a:off x="4834825" y="5006340"/>
              <a:ext cx="30480" cy="50292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s5_194">
              <a:extLst>
                <a:ext uri="{FF2B5EF4-FFF2-40B4-BE49-F238E27FC236}">
                  <a16:creationId xmlns:a16="http://schemas.microsoft.com/office/drawing/2014/main" id="{C292C214-D942-ED65-28A3-5F425994B577}"/>
                </a:ext>
              </a:extLst>
            </p:cNvPr>
            <p:cNvSpPr/>
            <p:nvPr/>
          </p:nvSpPr>
          <p:spPr>
            <a:xfrm>
              <a:off x="4887550" y="5042217"/>
              <a:ext cx="30480" cy="43116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s5_195">
              <a:extLst>
                <a:ext uri="{FF2B5EF4-FFF2-40B4-BE49-F238E27FC236}">
                  <a16:creationId xmlns:a16="http://schemas.microsoft.com/office/drawing/2014/main" id="{43ED3CF5-5660-DE8B-163A-57863693FA6E}"/>
                </a:ext>
              </a:extLst>
            </p:cNvPr>
            <p:cNvSpPr/>
            <p:nvPr/>
          </p:nvSpPr>
          <p:spPr>
            <a:xfrm>
              <a:off x="4940274" y="5080000"/>
              <a:ext cx="30480" cy="3556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s5_196">
              <a:extLst>
                <a:ext uri="{FF2B5EF4-FFF2-40B4-BE49-F238E27FC236}">
                  <a16:creationId xmlns:a16="http://schemas.microsoft.com/office/drawing/2014/main" id="{0A711CA1-002C-7805-F7A5-34361FDA8C35}"/>
                </a:ext>
              </a:extLst>
            </p:cNvPr>
            <p:cNvSpPr/>
            <p:nvPr/>
          </p:nvSpPr>
          <p:spPr>
            <a:xfrm>
              <a:off x="4992998" y="5006340"/>
              <a:ext cx="30480" cy="50292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s5_197">
              <a:extLst>
                <a:ext uri="{FF2B5EF4-FFF2-40B4-BE49-F238E27FC236}">
                  <a16:creationId xmlns:a16="http://schemas.microsoft.com/office/drawing/2014/main" id="{E074A1CF-0881-7A7C-ADA0-B689DDCD7A54}"/>
                </a:ext>
              </a:extLst>
            </p:cNvPr>
            <p:cNvSpPr/>
            <p:nvPr/>
          </p:nvSpPr>
          <p:spPr>
            <a:xfrm>
              <a:off x="5045723" y="4985703"/>
              <a:ext cx="30480" cy="5441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s5_198">
              <a:extLst>
                <a:ext uri="{FF2B5EF4-FFF2-40B4-BE49-F238E27FC236}">
                  <a16:creationId xmlns:a16="http://schemas.microsoft.com/office/drawing/2014/main" id="{9F5508F8-FC3F-9905-83C7-431A80468F83}"/>
                </a:ext>
              </a:extLst>
            </p:cNvPr>
            <p:cNvSpPr/>
            <p:nvPr/>
          </p:nvSpPr>
          <p:spPr>
            <a:xfrm>
              <a:off x="5098447" y="5035550"/>
              <a:ext cx="30480" cy="4445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s5_199">
              <a:extLst>
                <a:ext uri="{FF2B5EF4-FFF2-40B4-BE49-F238E27FC236}">
                  <a16:creationId xmlns:a16="http://schemas.microsoft.com/office/drawing/2014/main" id="{75589087-C7CD-3158-AFBD-1DE7CC748CFD}"/>
                </a:ext>
              </a:extLst>
            </p:cNvPr>
            <p:cNvSpPr/>
            <p:nvPr/>
          </p:nvSpPr>
          <p:spPr>
            <a:xfrm>
              <a:off x="5151172" y="5016817"/>
              <a:ext cx="30480" cy="48196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s5_200">
              <a:extLst>
                <a:ext uri="{FF2B5EF4-FFF2-40B4-BE49-F238E27FC236}">
                  <a16:creationId xmlns:a16="http://schemas.microsoft.com/office/drawing/2014/main" id="{D22DCAB3-BEFC-ADAD-4B47-B87D5DDCA55D}"/>
                </a:ext>
              </a:extLst>
            </p:cNvPr>
            <p:cNvSpPr/>
            <p:nvPr/>
          </p:nvSpPr>
          <p:spPr>
            <a:xfrm>
              <a:off x="5203896" y="4995863"/>
              <a:ext cx="30480" cy="5238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s5_201">
              <a:extLst>
                <a:ext uri="{FF2B5EF4-FFF2-40B4-BE49-F238E27FC236}">
                  <a16:creationId xmlns:a16="http://schemas.microsoft.com/office/drawing/2014/main" id="{280664C9-511E-25D6-A2B4-6C844F3389E9}"/>
                </a:ext>
              </a:extLst>
            </p:cNvPr>
            <p:cNvSpPr/>
            <p:nvPr/>
          </p:nvSpPr>
          <p:spPr>
            <a:xfrm>
              <a:off x="5256620" y="5010150"/>
              <a:ext cx="30480" cy="4953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s5_202">
              <a:extLst>
                <a:ext uri="{FF2B5EF4-FFF2-40B4-BE49-F238E27FC236}">
                  <a16:creationId xmlns:a16="http://schemas.microsoft.com/office/drawing/2014/main" id="{2C458990-18AB-1401-9DD2-C06BCA3AA3F9}"/>
                </a:ext>
              </a:extLst>
            </p:cNvPr>
            <p:cNvSpPr/>
            <p:nvPr/>
          </p:nvSpPr>
          <p:spPr>
            <a:xfrm>
              <a:off x="5309345" y="5032375"/>
              <a:ext cx="30480" cy="4508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s5_203">
              <a:extLst>
                <a:ext uri="{FF2B5EF4-FFF2-40B4-BE49-F238E27FC236}">
                  <a16:creationId xmlns:a16="http://schemas.microsoft.com/office/drawing/2014/main" id="{084A496F-CF0E-9202-6D5E-38A384074D8E}"/>
                </a:ext>
              </a:extLst>
            </p:cNvPr>
            <p:cNvSpPr/>
            <p:nvPr/>
          </p:nvSpPr>
          <p:spPr>
            <a:xfrm>
              <a:off x="5362069" y="5154930"/>
              <a:ext cx="30480" cy="20574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s5_204">
              <a:extLst>
                <a:ext uri="{FF2B5EF4-FFF2-40B4-BE49-F238E27FC236}">
                  <a16:creationId xmlns:a16="http://schemas.microsoft.com/office/drawing/2014/main" id="{7E9CF665-CD58-20C3-183B-3CC338C57A55}"/>
                </a:ext>
              </a:extLst>
            </p:cNvPr>
            <p:cNvSpPr/>
            <p:nvPr/>
          </p:nvSpPr>
          <p:spPr>
            <a:xfrm>
              <a:off x="5414794" y="5242560"/>
              <a:ext cx="30479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s5_205">
              <a:extLst>
                <a:ext uri="{FF2B5EF4-FFF2-40B4-BE49-F238E27FC236}">
                  <a16:creationId xmlns:a16="http://schemas.microsoft.com/office/drawing/2014/main" id="{80BEFC44-AAD3-4FB2-1163-57F66A98A0CC}"/>
                </a:ext>
              </a:extLst>
            </p:cNvPr>
            <p:cNvSpPr/>
            <p:nvPr/>
          </p:nvSpPr>
          <p:spPr>
            <a:xfrm>
              <a:off x="5467518" y="5223828"/>
              <a:ext cx="30480" cy="6794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s5_206">
              <a:extLst>
                <a:ext uri="{FF2B5EF4-FFF2-40B4-BE49-F238E27FC236}">
                  <a16:creationId xmlns:a16="http://schemas.microsoft.com/office/drawing/2014/main" id="{F96E22D8-A168-633F-8CEB-6B7E94278B09}"/>
                </a:ext>
              </a:extLst>
            </p:cNvPr>
            <p:cNvSpPr/>
            <p:nvPr/>
          </p:nvSpPr>
          <p:spPr>
            <a:xfrm>
              <a:off x="5520243" y="5208905"/>
              <a:ext cx="30479" cy="9779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s5_207">
              <a:extLst>
                <a:ext uri="{FF2B5EF4-FFF2-40B4-BE49-F238E27FC236}">
                  <a16:creationId xmlns:a16="http://schemas.microsoft.com/office/drawing/2014/main" id="{5DAC12FC-31D5-79DD-E594-0C89AC4D5012}"/>
                </a:ext>
              </a:extLst>
            </p:cNvPr>
            <p:cNvSpPr/>
            <p:nvPr/>
          </p:nvSpPr>
          <p:spPr>
            <a:xfrm>
              <a:off x="5572967" y="5202872"/>
              <a:ext cx="30480" cy="10985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s5_208">
              <a:extLst>
                <a:ext uri="{FF2B5EF4-FFF2-40B4-BE49-F238E27FC236}">
                  <a16:creationId xmlns:a16="http://schemas.microsoft.com/office/drawing/2014/main" id="{9F2EAD8D-6765-EE5A-5FD2-BDD6B98EAED2}"/>
                </a:ext>
              </a:extLst>
            </p:cNvPr>
            <p:cNvSpPr/>
            <p:nvPr/>
          </p:nvSpPr>
          <p:spPr>
            <a:xfrm>
              <a:off x="5625691" y="5197792"/>
              <a:ext cx="30480" cy="12001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s5_209">
              <a:extLst>
                <a:ext uri="{FF2B5EF4-FFF2-40B4-BE49-F238E27FC236}">
                  <a16:creationId xmlns:a16="http://schemas.microsoft.com/office/drawing/2014/main" id="{19BA7A9F-7A38-2540-CD47-C486D69DAE7E}"/>
                </a:ext>
              </a:extLst>
            </p:cNvPr>
            <p:cNvSpPr/>
            <p:nvPr/>
          </p:nvSpPr>
          <p:spPr>
            <a:xfrm>
              <a:off x="5678415" y="5208588"/>
              <a:ext cx="30480" cy="984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s5_210">
              <a:extLst>
                <a:ext uri="{FF2B5EF4-FFF2-40B4-BE49-F238E27FC236}">
                  <a16:creationId xmlns:a16="http://schemas.microsoft.com/office/drawing/2014/main" id="{49494D8F-F3A3-E058-FCC1-565B2C6E7374}"/>
                </a:ext>
              </a:extLst>
            </p:cNvPr>
            <p:cNvSpPr/>
            <p:nvPr/>
          </p:nvSpPr>
          <p:spPr>
            <a:xfrm>
              <a:off x="5731140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s5_211">
              <a:extLst>
                <a:ext uri="{FF2B5EF4-FFF2-40B4-BE49-F238E27FC236}">
                  <a16:creationId xmlns:a16="http://schemas.microsoft.com/office/drawing/2014/main" id="{5076D8F4-746E-BA76-96CD-B5272D958DB2}"/>
                </a:ext>
              </a:extLst>
            </p:cNvPr>
            <p:cNvSpPr/>
            <p:nvPr/>
          </p:nvSpPr>
          <p:spPr>
            <a:xfrm>
              <a:off x="5783864" y="5001260"/>
              <a:ext cx="30480" cy="5130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s5_212">
              <a:extLst>
                <a:ext uri="{FF2B5EF4-FFF2-40B4-BE49-F238E27FC236}">
                  <a16:creationId xmlns:a16="http://schemas.microsoft.com/office/drawing/2014/main" id="{1A39E579-7162-CEB7-AEFC-B5916D73C11B}"/>
                </a:ext>
              </a:extLst>
            </p:cNvPr>
            <p:cNvSpPr/>
            <p:nvPr/>
          </p:nvSpPr>
          <p:spPr>
            <a:xfrm>
              <a:off x="5836589" y="5068253"/>
              <a:ext cx="30480" cy="3790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s5_213">
              <a:extLst>
                <a:ext uri="{FF2B5EF4-FFF2-40B4-BE49-F238E27FC236}">
                  <a16:creationId xmlns:a16="http://schemas.microsoft.com/office/drawing/2014/main" id="{C98824FB-3952-7CC6-928D-D74B2221DCC1}"/>
                </a:ext>
              </a:extLst>
            </p:cNvPr>
            <p:cNvSpPr/>
            <p:nvPr/>
          </p:nvSpPr>
          <p:spPr>
            <a:xfrm>
              <a:off x="5889313" y="5041900"/>
              <a:ext cx="30480" cy="4318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s5_214">
              <a:extLst>
                <a:ext uri="{FF2B5EF4-FFF2-40B4-BE49-F238E27FC236}">
                  <a16:creationId xmlns:a16="http://schemas.microsoft.com/office/drawing/2014/main" id="{D8939621-3925-52E3-585B-D68609E2D1F5}"/>
                </a:ext>
              </a:extLst>
            </p:cNvPr>
            <p:cNvSpPr/>
            <p:nvPr/>
          </p:nvSpPr>
          <p:spPr>
            <a:xfrm>
              <a:off x="5942038" y="5028883"/>
              <a:ext cx="30480" cy="45783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s5_215">
              <a:extLst>
                <a:ext uri="{FF2B5EF4-FFF2-40B4-BE49-F238E27FC236}">
                  <a16:creationId xmlns:a16="http://schemas.microsoft.com/office/drawing/2014/main" id="{81C61B60-DDDD-A1E1-5BC8-3DD0B61D2A9A}"/>
                </a:ext>
              </a:extLst>
            </p:cNvPr>
            <p:cNvSpPr/>
            <p:nvPr/>
          </p:nvSpPr>
          <p:spPr>
            <a:xfrm>
              <a:off x="5994762" y="5128895"/>
              <a:ext cx="30480" cy="25781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s5_216">
              <a:extLst>
                <a:ext uri="{FF2B5EF4-FFF2-40B4-BE49-F238E27FC236}">
                  <a16:creationId xmlns:a16="http://schemas.microsoft.com/office/drawing/2014/main" id="{4D37A9EA-B43C-0891-3772-53B730EC4218}"/>
                </a:ext>
              </a:extLst>
            </p:cNvPr>
            <p:cNvSpPr/>
            <p:nvPr/>
          </p:nvSpPr>
          <p:spPr>
            <a:xfrm>
              <a:off x="6047486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s5_217">
              <a:extLst>
                <a:ext uri="{FF2B5EF4-FFF2-40B4-BE49-F238E27FC236}">
                  <a16:creationId xmlns:a16="http://schemas.microsoft.com/office/drawing/2014/main" id="{5E10CFBD-9371-8ACC-40E3-6DC42F8651F0}"/>
                </a:ext>
              </a:extLst>
            </p:cNvPr>
            <p:cNvSpPr/>
            <p:nvPr/>
          </p:nvSpPr>
          <p:spPr>
            <a:xfrm>
              <a:off x="6100211" y="5051425"/>
              <a:ext cx="30480" cy="4127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s5_218">
              <a:extLst>
                <a:ext uri="{FF2B5EF4-FFF2-40B4-BE49-F238E27FC236}">
                  <a16:creationId xmlns:a16="http://schemas.microsoft.com/office/drawing/2014/main" id="{2716B52A-B994-EAB7-0280-FD18F5FA115F}"/>
                </a:ext>
              </a:extLst>
            </p:cNvPr>
            <p:cNvSpPr/>
            <p:nvPr/>
          </p:nvSpPr>
          <p:spPr>
            <a:xfrm>
              <a:off x="6152935" y="5001578"/>
              <a:ext cx="30480" cy="51244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s5_219">
              <a:extLst>
                <a:ext uri="{FF2B5EF4-FFF2-40B4-BE49-F238E27FC236}">
                  <a16:creationId xmlns:a16="http://schemas.microsoft.com/office/drawing/2014/main" id="{807A9EC7-89C0-2D4F-F5B6-90914A215AD8}"/>
                </a:ext>
              </a:extLst>
            </p:cNvPr>
            <p:cNvSpPr/>
            <p:nvPr/>
          </p:nvSpPr>
          <p:spPr>
            <a:xfrm>
              <a:off x="6205660" y="4992688"/>
              <a:ext cx="30480" cy="5302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s5_220">
              <a:extLst>
                <a:ext uri="{FF2B5EF4-FFF2-40B4-BE49-F238E27FC236}">
                  <a16:creationId xmlns:a16="http://schemas.microsoft.com/office/drawing/2014/main" id="{34A3515A-A803-2A2B-5A9F-96A56089B4B1}"/>
                </a:ext>
              </a:extLst>
            </p:cNvPr>
            <p:cNvSpPr/>
            <p:nvPr/>
          </p:nvSpPr>
          <p:spPr>
            <a:xfrm>
              <a:off x="6258384" y="4972685"/>
              <a:ext cx="30480" cy="57023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s5_221">
              <a:extLst>
                <a:ext uri="{FF2B5EF4-FFF2-40B4-BE49-F238E27FC236}">
                  <a16:creationId xmlns:a16="http://schemas.microsoft.com/office/drawing/2014/main" id="{1DF71BA9-9A2B-3C53-CE1C-7B0479C0C277}"/>
                </a:ext>
              </a:extLst>
            </p:cNvPr>
            <p:cNvSpPr/>
            <p:nvPr/>
          </p:nvSpPr>
          <p:spPr>
            <a:xfrm>
              <a:off x="6311108" y="4988560"/>
              <a:ext cx="30480" cy="538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s5_222">
              <a:extLst>
                <a:ext uri="{FF2B5EF4-FFF2-40B4-BE49-F238E27FC236}">
                  <a16:creationId xmlns:a16="http://schemas.microsoft.com/office/drawing/2014/main" id="{9EC1CE1E-06A9-703C-20C6-EF679625FAAA}"/>
                </a:ext>
              </a:extLst>
            </p:cNvPr>
            <p:cNvSpPr/>
            <p:nvPr/>
          </p:nvSpPr>
          <p:spPr>
            <a:xfrm>
              <a:off x="6363833" y="4970145"/>
              <a:ext cx="30480" cy="57531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s5_223">
              <a:extLst>
                <a:ext uri="{FF2B5EF4-FFF2-40B4-BE49-F238E27FC236}">
                  <a16:creationId xmlns:a16="http://schemas.microsoft.com/office/drawing/2014/main" id="{3EE4D9F0-5D9E-F945-0102-CBBB3139C3E9}"/>
                </a:ext>
              </a:extLst>
            </p:cNvPr>
            <p:cNvSpPr/>
            <p:nvPr/>
          </p:nvSpPr>
          <p:spPr>
            <a:xfrm>
              <a:off x="6416557" y="4979353"/>
              <a:ext cx="30480" cy="5568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s5_224">
              <a:extLst>
                <a:ext uri="{FF2B5EF4-FFF2-40B4-BE49-F238E27FC236}">
                  <a16:creationId xmlns:a16="http://schemas.microsoft.com/office/drawing/2014/main" id="{2B1F5410-D354-AD1D-F35B-8C31064061CB}"/>
                </a:ext>
              </a:extLst>
            </p:cNvPr>
            <p:cNvSpPr/>
            <p:nvPr/>
          </p:nvSpPr>
          <p:spPr>
            <a:xfrm>
              <a:off x="6469281" y="5009515"/>
              <a:ext cx="30480" cy="49657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s5_225">
              <a:extLst>
                <a:ext uri="{FF2B5EF4-FFF2-40B4-BE49-F238E27FC236}">
                  <a16:creationId xmlns:a16="http://schemas.microsoft.com/office/drawing/2014/main" id="{E2C4EFC9-BABA-6ED7-FEA0-7106EE685850}"/>
                </a:ext>
              </a:extLst>
            </p:cNvPr>
            <p:cNvSpPr/>
            <p:nvPr/>
          </p:nvSpPr>
          <p:spPr>
            <a:xfrm>
              <a:off x="6522006" y="5059997"/>
              <a:ext cx="30480" cy="39560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28" name="s5_227">
            <a:hlinkClick r:id="" action="ppaction://media"/>
            <a:extLst>
              <a:ext uri="{FF2B5EF4-FFF2-40B4-BE49-F238E27FC236}">
                <a16:creationId xmlns:a16="http://schemas.microsoft.com/office/drawing/2014/main" id="{673CEB90-C9A4-55A2-B6DE-A3FF32A109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524000" y="1524000"/>
            <a:ext cx="406400" cy="406400"/>
          </a:xfrm>
          <a:prstGeom prst="rect">
            <a:avLst/>
          </a:prstGeom>
        </p:spPr>
      </p:pic>
      <p:sp>
        <p:nvSpPr>
          <p:cNvPr id="229" name="s5_228">
            <a:extLst>
              <a:ext uri="{FF2B5EF4-FFF2-40B4-BE49-F238E27FC236}">
                <a16:creationId xmlns:a16="http://schemas.microsoft.com/office/drawing/2014/main" id="{33CBB528-F8D1-1490-C6ED-2E0EC3A65933}"/>
              </a:ext>
            </a:extLst>
          </p:cNvPr>
          <p:cNvSpPr txBox="1"/>
          <p:nvPr/>
        </p:nvSpPr>
        <p:spPr>
          <a:xfrm>
            <a:off x="6817608" y="5130800"/>
            <a:ext cx="4663192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>
                <a:solidFill>
                  <a:srgbClr val="75716A"/>
                </a:solidFill>
                <a:latin typeface="Segoe UI" panose="020B0502040204020203" pitchFamily="34" charset="0"/>
              </a:rPr>
              <a:t>6.7 s shorter</a:t>
            </a:r>
          </a:p>
        </p:txBody>
      </p:sp>
      <p:sp>
        <p:nvSpPr>
          <p:cNvPr id="230" name="s5_229">
            <a:extLst>
              <a:ext uri="{FF2B5EF4-FFF2-40B4-BE49-F238E27FC236}">
                <a16:creationId xmlns:a16="http://schemas.microsoft.com/office/drawing/2014/main" id="{E1E5432E-2724-7B8A-A8C9-181A79E06572}"/>
              </a:ext>
            </a:extLst>
          </p:cNvPr>
          <p:cNvSpPr txBox="1"/>
          <p:nvPr/>
        </p:nvSpPr>
        <p:spPr>
          <a:xfrm>
            <a:off x="711200" y="5969000"/>
            <a:ext cx="762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A8A49C"/>
                </a:solidFill>
                <a:latin typeface="Segoe UI" panose="020B0502040204020203" pitchFamily="34" charset="0"/>
              </a:rPr>
              <a:t>4 cuts  ·  cleaned in 0.7 s  ·  nothing regenerated: every word is the original audio</a:t>
            </a:r>
          </a:p>
        </p:txBody>
      </p:sp>
      <p:pic>
        <p:nvPicPr>
          <p:cNvPr id="231" name="s5_230">
            <a:hlinkClick r:id="" action="ppaction://media"/>
            <a:extLst>
              <a:ext uri="{FF2B5EF4-FFF2-40B4-BE49-F238E27FC236}">
                <a16:creationId xmlns:a16="http://schemas.microsoft.com/office/drawing/2014/main" id="{6ED3E926-FA9D-0CF0-8A61-A97B7448C87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524000" y="889000"/>
            <a:ext cx="406400" cy="406400"/>
          </a:xfrm>
          <a:prstGeom prst="rect">
            <a:avLst/>
          </a:prstGeom>
        </p:spPr>
      </p:pic>
      <p:pic>
        <p:nvPicPr>
          <p:cNvPr id="232" name="s5_231">
            <a:hlinkClick r:id="" action="ppaction://media"/>
            <a:extLst>
              <a:ext uri="{FF2B5EF4-FFF2-40B4-BE49-F238E27FC236}">
                <a16:creationId xmlns:a16="http://schemas.microsoft.com/office/drawing/2014/main" id="{A020CCA6-4FBC-75C1-E050-C210110BA4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524000" y="1524000"/>
            <a:ext cx="406400" cy="406400"/>
          </a:xfrm>
          <a:prstGeom prst="rect">
            <a:avLst/>
          </a:prstGeom>
        </p:spPr>
      </p:pic>
      <p:grpSp>
        <p:nvGrpSpPr>
          <p:cNvPr id="237" name="s5_236">
            <a:extLst>
              <a:ext uri="{FF2B5EF4-FFF2-40B4-BE49-F238E27FC236}">
                <a16:creationId xmlns:a16="http://schemas.microsoft.com/office/drawing/2014/main" id="{35D6885A-7AD0-C12E-329D-AB8E96764C77}"/>
              </a:ext>
            </a:extLst>
          </p:cNvPr>
          <p:cNvGrpSpPr/>
          <p:nvPr/>
        </p:nvGrpSpPr>
        <p:grpSpPr>
          <a:xfrm>
            <a:off x="10572545" y="5905499"/>
            <a:ext cx="908255" cy="381001"/>
            <a:chOff x="10572545" y="5905499"/>
            <a:chExt cx="908255" cy="381001"/>
          </a:xfrm>
        </p:grpSpPr>
        <p:sp>
          <p:nvSpPr>
            <p:cNvPr id="234" name="s5_233">
              <a:extLst>
                <a:ext uri="{FF2B5EF4-FFF2-40B4-BE49-F238E27FC236}">
                  <a16:creationId xmlns:a16="http://schemas.microsoft.com/office/drawing/2014/main" id="{9C6439A0-AD1D-895F-F70A-734C4432BF83}"/>
                </a:ext>
              </a:extLst>
            </p:cNvPr>
            <p:cNvSpPr/>
            <p:nvPr/>
          </p:nvSpPr>
          <p:spPr>
            <a:xfrm>
              <a:off x="10572545" y="5905500"/>
              <a:ext cx="908255" cy="381000"/>
            </a:xfrm>
            <a:prstGeom prst="roundRect">
              <a:avLst>
                <a:gd name="adj" fmla="val 50000"/>
              </a:avLst>
            </a:prstGeom>
            <a:solidFill>
              <a:srgbClr val="2A2927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s5_234">
              <a:extLst>
                <a:ext uri="{FF2B5EF4-FFF2-40B4-BE49-F238E27FC236}">
                  <a16:creationId xmlns:a16="http://schemas.microsoft.com/office/drawing/2014/main" id="{BAB772DF-6927-55D6-2BA6-F6FA7D7C1AE1}"/>
                </a:ext>
              </a:extLst>
            </p:cNvPr>
            <p:cNvSpPr/>
            <p:nvPr/>
          </p:nvSpPr>
          <p:spPr>
            <a:xfrm rot="5400000">
              <a:off x="10718595" y="6038850"/>
              <a:ext cx="152400" cy="114300"/>
            </a:xfrm>
            <a:prstGeom prst="triangl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s5_235">
              <a:extLst>
                <a:ext uri="{FF2B5EF4-FFF2-40B4-BE49-F238E27FC236}">
                  <a16:creationId xmlns:a16="http://schemas.microsoft.com/office/drawing/2014/main" id="{1F498C9E-966E-E4A4-0422-AFF4AB22C6D0}"/>
                </a:ext>
              </a:extLst>
            </p:cNvPr>
            <p:cNvSpPr txBox="1"/>
            <p:nvPr/>
          </p:nvSpPr>
          <p:spPr>
            <a:xfrm>
              <a:off x="10928145" y="5905499"/>
              <a:ext cx="501855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After</a:t>
              </a:r>
            </a:p>
          </p:txBody>
        </p:sp>
      </p:grpSp>
      <p:grpSp>
        <p:nvGrpSpPr>
          <p:cNvPr id="242" name="s5_241">
            <a:extLst>
              <a:ext uri="{FF2B5EF4-FFF2-40B4-BE49-F238E27FC236}">
                <a16:creationId xmlns:a16="http://schemas.microsoft.com/office/drawing/2014/main" id="{64971004-5675-5274-15B2-BF070DA32617}"/>
              </a:ext>
            </a:extLst>
          </p:cNvPr>
          <p:cNvGrpSpPr/>
          <p:nvPr/>
        </p:nvGrpSpPr>
        <p:grpSpPr>
          <a:xfrm>
            <a:off x="9430402" y="5905499"/>
            <a:ext cx="1015143" cy="381001"/>
            <a:chOff x="9430402" y="5905499"/>
            <a:chExt cx="1015143" cy="381001"/>
          </a:xfrm>
        </p:grpSpPr>
        <p:sp>
          <p:nvSpPr>
            <p:cNvPr id="239" name="s5_238">
              <a:extLst>
                <a:ext uri="{FF2B5EF4-FFF2-40B4-BE49-F238E27FC236}">
                  <a16:creationId xmlns:a16="http://schemas.microsoft.com/office/drawing/2014/main" id="{EBEBE8DB-0FE8-A70D-1A95-4F392FB66401}"/>
                </a:ext>
              </a:extLst>
            </p:cNvPr>
            <p:cNvSpPr/>
            <p:nvPr/>
          </p:nvSpPr>
          <p:spPr>
            <a:xfrm>
              <a:off x="9430402" y="5905500"/>
              <a:ext cx="1015143" cy="381000"/>
            </a:xfrm>
            <a:prstGeom prst="roundRect">
              <a:avLst>
                <a:gd name="adj" fmla="val 50000"/>
              </a:avLst>
            </a:prstGeom>
            <a:solidFill>
              <a:srgbClr val="2A2927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s5_239">
              <a:extLst>
                <a:ext uri="{FF2B5EF4-FFF2-40B4-BE49-F238E27FC236}">
                  <a16:creationId xmlns:a16="http://schemas.microsoft.com/office/drawing/2014/main" id="{E13D5B23-AC97-41DF-E7F8-FB6A4A21EDCC}"/>
                </a:ext>
              </a:extLst>
            </p:cNvPr>
            <p:cNvSpPr/>
            <p:nvPr/>
          </p:nvSpPr>
          <p:spPr>
            <a:xfrm rot="5400000">
              <a:off x="9576452" y="6038850"/>
              <a:ext cx="152400" cy="114300"/>
            </a:xfrm>
            <a:prstGeom prst="triangl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s5_240">
              <a:extLst>
                <a:ext uri="{FF2B5EF4-FFF2-40B4-BE49-F238E27FC236}">
                  <a16:creationId xmlns:a16="http://schemas.microsoft.com/office/drawing/2014/main" id="{13137069-5CDC-3A68-0D22-CEE786EC339D}"/>
                </a:ext>
              </a:extLst>
            </p:cNvPr>
            <p:cNvSpPr txBox="1"/>
            <p:nvPr/>
          </p:nvSpPr>
          <p:spPr>
            <a:xfrm>
              <a:off x="9786002" y="5905499"/>
              <a:ext cx="608743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Before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83894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1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8012" fill="hold"/>
                                        <p:tgtEl>
                                          <p:spTgt spid="2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8012" fill="hold"/>
                                        <p:tgtEl>
                                          <p:spTgt spid="2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8"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8"/>
                </p:tgtEl>
              </p:cMediaNode>
            </p:audi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2" dur="14741" fill="hold"/>
                                        <p:tgtEl>
                                          <p:spTgt spid="2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audio>
              <p:cMediaNode vol="8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1"/>
                </p:tgtEl>
              </p:cMediaNode>
            </p:audio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14741" fill="hold"/>
                                        <p:tgtEl>
                                          <p:spTgt spid="2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9" presetID="3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40" dur="1" fill="hold"/>
                                        <p:tgtEl>
                                          <p:spTgt spid="2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1" presetID="3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42" dur="1" fill="hold"/>
                                        <p:tgtEl>
                                          <p:spTgt spid="2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7" dur="8012" fill="hold"/>
                                        <p:tgtEl>
                                          <p:spTgt spid="2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8" presetID="3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49" dur="1" fill="hold"/>
                                        <p:tgtEl>
                                          <p:spTgt spid="2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0" presetID="3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51" dur="1" fill="hold"/>
                                        <p:tgtEl>
                                          <p:spTgt spid="2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</p:childTnLst>
        </p:cTn>
      </p:par>
    </p:tnLst>
    <p:bldLst>
      <p:bldP spid="229" grpId="0"/>
      <p:bldP spid="2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6_1">
            <a:extLst>
              <a:ext uri="{FF2B5EF4-FFF2-40B4-BE49-F238E27FC236}">
                <a16:creationId xmlns:a16="http://schemas.microsoft.com/office/drawing/2014/main" id="{022389FB-0A82-AF38-9903-C63E275BDA56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THE IDEA</a:t>
            </a:r>
          </a:p>
        </p:txBody>
      </p:sp>
      <p:sp>
        <p:nvSpPr>
          <p:cNvPr id="3" name="s6_2">
            <a:extLst>
              <a:ext uri="{FF2B5EF4-FFF2-40B4-BE49-F238E27FC236}">
                <a16:creationId xmlns:a16="http://schemas.microsoft.com/office/drawing/2014/main" id="{01F95EB9-0793-63A5-43F7-9843D915E908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4000">
                <a:solidFill>
                  <a:srgbClr val="F3F2EE"/>
                </a:solidFill>
                <a:latin typeface="Sitka Display" pitchFamily="2" charset="0"/>
              </a:rPr>
              <a:t>Speech in. Speech out.</a:t>
            </a:r>
          </a:p>
        </p:txBody>
      </p:sp>
      <p:sp>
        <p:nvSpPr>
          <p:cNvPr id="4" name="s6_3">
            <a:extLst>
              <a:ext uri="{FF2B5EF4-FFF2-40B4-BE49-F238E27FC236}">
                <a16:creationId xmlns:a16="http://schemas.microsoft.com/office/drawing/2014/main" id="{3504375D-9131-B61D-8096-1604B56D3C4A}"/>
              </a:ext>
            </a:extLst>
          </p:cNvPr>
          <p:cNvSpPr/>
          <p:nvPr/>
        </p:nvSpPr>
        <p:spPr>
          <a:xfrm>
            <a:off x="711200" y="19939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201F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6_4">
            <a:extLst>
              <a:ext uri="{FF2B5EF4-FFF2-40B4-BE49-F238E27FC236}">
                <a16:creationId xmlns:a16="http://schemas.microsoft.com/office/drawing/2014/main" id="{BB93698C-2697-2C71-904F-53CBCB31B987}"/>
              </a:ext>
            </a:extLst>
          </p:cNvPr>
          <p:cNvSpPr/>
          <p:nvPr/>
        </p:nvSpPr>
        <p:spPr>
          <a:xfrm>
            <a:off x="711200" y="19050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33322F"/>
          </a:solidFill>
          <a:ln w="9525">
            <a:solidFill>
              <a:srgbClr val="4A48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6_5">
            <a:extLst>
              <a:ext uri="{FF2B5EF4-FFF2-40B4-BE49-F238E27FC236}">
                <a16:creationId xmlns:a16="http://schemas.microsoft.com/office/drawing/2014/main" id="{65D5136F-1D33-9C10-8C8F-2C3A956C9C69}"/>
              </a:ext>
            </a:extLst>
          </p:cNvPr>
          <p:cNvSpPr txBox="1"/>
          <p:nvPr/>
        </p:nvSpPr>
        <p:spPr>
          <a:xfrm>
            <a:off x="711200" y="1904999"/>
            <a:ext cx="3149600" cy="162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400">
                <a:solidFill>
                  <a:srgbClr val="F3F2EE"/>
                </a:solidFill>
                <a:latin typeface="Segoe UI Semibold" panose="020B0702040204020203" pitchFamily="34" charset="0"/>
              </a:rPr>
              <a:t>Ctrl+F</a:t>
            </a:r>
          </a:p>
        </p:txBody>
      </p:sp>
      <p:grpSp>
        <p:nvGrpSpPr>
          <p:cNvPr id="9" name="s6_8">
            <a:extLst>
              <a:ext uri="{FF2B5EF4-FFF2-40B4-BE49-F238E27FC236}">
                <a16:creationId xmlns:a16="http://schemas.microsoft.com/office/drawing/2014/main" id="{DA3F9C99-6FFD-3F35-0C04-0D44B4EF38AC}"/>
              </a:ext>
            </a:extLst>
          </p:cNvPr>
          <p:cNvGrpSpPr/>
          <p:nvPr/>
        </p:nvGrpSpPr>
        <p:grpSpPr>
          <a:xfrm>
            <a:off x="711200" y="1904999"/>
            <a:ext cx="3149600" cy="1625601"/>
            <a:chOff x="711200" y="1904999"/>
            <a:chExt cx="3149600" cy="1625601"/>
          </a:xfrm>
        </p:grpSpPr>
        <p:sp>
          <p:nvSpPr>
            <p:cNvPr id="7" name="s6_6">
              <a:extLst>
                <a:ext uri="{FF2B5EF4-FFF2-40B4-BE49-F238E27FC236}">
                  <a16:creationId xmlns:a16="http://schemas.microsoft.com/office/drawing/2014/main" id="{6A3603D5-79A6-5CF7-353C-3AC7D6676DFD}"/>
                </a:ext>
              </a:extLst>
            </p:cNvPr>
            <p:cNvSpPr/>
            <p:nvPr/>
          </p:nvSpPr>
          <p:spPr>
            <a:xfrm>
              <a:off x="711200" y="1905000"/>
              <a:ext cx="3149600" cy="1625600"/>
            </a:xfrm>
            <a:prstGeom prst="roundRect">
              <a:avLst>
                <a:gd name="adj" fmla="val 125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6_7">
              <a:extLst>
                <a:ext uri="{FF2B5EF4-FFF2-40B4-BE49-F238E27FC236}">
                  <a16:creationId xmlns:a16="http://schemas.microsoft.com/office/drawing/2014/main" id="{1B240839-8ABD-45E9-A6B4-5C1B75B20CDD}"/>
                </a:ext>
              </a:extLst>
            </p:cNvPr>
            <p:cNvSpPr txBox="1"/>
            <p:nvPr/>
          </p:nvSpPr>
          <p:spPr>
            <a:xfrm>
              <a:off x="711200" y="1904999"/>
              <a:ext cx="3149600" cy="1625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3400">
                  <a:solidFill>
                    <a:srgbClr val="171716"/>
                  </a:solidFill>
                  <a:latin typeface="Segoe UI Semibold" panose="020B0702040204020203" pitchFamily="34" charset="0"/>
                </a:rPr>
                <a:t>Ctrl+F</a:t>
              </a:r>
            </a:p>
          </p:txBody>
        </p:sp>
      </p:grpSp>
      <p:sp>
        <p:nvSpPr>
          <p:cNvPr id="10" name="s6_9">
            <a:extLst>
              <a:ext uri="{FF2B5EF4-FFF2-40B4-BE49-F238E27FC236}">
                <a16:creationId xmlns:a16="http://schemas.microsoft.com/office/drawing/2014/main" id="{9CF26076-FA5E-7C73-5652-E3446C536150}"/>
              </a:ext>
            </a:extLst>
          </p:cNvPr>
          <p:cNvSpPr txBox="1"/>
          <p:nvPr/>
        </p:nvSpPr>
        <p:spPr>
          <a:xfrm>
            <a:off x="711200" y="3886199"/>
            <a:ext cx="314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F3F2EE"/>
                </a:solidFill>
                <a:latin typeface="Sitka Display" pitchFamily="2" charset="0"/>
              </a:rPr>
              <a:t>Find</a:t>
            </a:r>
          </a:p>
        </p:txBody>
      </p:sp>
      <p:sp>
        <p:nvSpPr>
          <p:cNvPr id="11" name="s6_10">
            <a:extLst>
              <a:ext uri="{FF2B5EF4-FFF2-40B4-BE49-F238E27FC236}">
                <a16:creationId xmlns:a16="http://schemas.microsoft.com/office/drawing/2014/main" id="{DEE2A362-5475-034B-E939-FCB564C8ED1E}"/>
              </a:ext>
            </a:extLst>
          </p:cNvPr>
          <p:cNvSpPr txBox="1"/>
          <p:nvPr/>
        </p:nvSpPr>
        <p:spPr>
          <a:xfrm>
            <a:off x="711200" y="4394199"/>
            <a:ext cx="3048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500">
                <a:solidFill>
                  <a:srgbClr val="A8A49C"/>
                </a:solidFill>
                <a:latin typeface="Segoe UI" panose="020B0502040204020203" pitchFamily="34" charset="0"/>
              </a:rPr>
              <a:t>Find the slip in your recording.</a:t>
            </a:r>
          </a:p>
        </p:txBody>
      </p:sp>
      <p:sp>
        <p:nvSpPr>
          <p:cNvPr id="12" name="s6_11">
            <a:extLst>
              <a:ext uri="{FF2B5EF4-FFF2-40B4-BE49-F238E27FC236}">
                <a16:creationId xmlns:a16="http://schemas.microsoft.com/office/drawing/2014/main" id="{11A73D81-3D13-7319-141C-41F03CCDDDF4}"/>
              </a:ext>
            </a:extLst>
          </p:cNvPr>
          <p:cNvSpPr/>
          <p:nvPr/>
        </p:nvSpPr>
        <p:spPr>
          <a:xfrm>
            <a:off x="4521200" y="19939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201F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6_12">
            <a:extLst>
              <a:ext uri="{FF2B5EF4-FFF2-40B4-BE49-F238E27FC236}">
                <a16:creationId xmlns:a16="http://schemas.microsoft.com/office/drawing/2014/main" id="{AB3EB45A-E87B-BC2C-B710-F93551621D0F}"/>
              </a:ext>
            </a:extLst>
          </p:cNvPr>
          <p:cNvSpPr/>
          <p:nvPr/>
        </p:nvSpPr>
        <p:spPr>
          <a:xfrm>
            <a:off x="4521200" y="19050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33322F"/>
          </a:solidFill>
          <a:ln w="9525">
            <a:solidFill>
              <a:srgbClr val="4A48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6_13">
            <a:extLst>
              <a:ext uri="{FF2B5EF4-FFF2-40B4-BE49-F238E27FC236}">
                <a16:creationId xmlns:a16="http://schemas.microsoft.com/office/drawing/2014/main" id="{0300ECD6-1849-3F12-1C08-19E61B1DC422}"/>
              </a:ext>
            </a:extLst>
          </p:cNvPr>
          <p:cNvSpPr txBox="1"/>
          <p:nvPr/>
        </p:nvSpPr>
        <p:spPr>
          <a:xfrm>
            <a:off x="4521200" y="1904999"/>
            <a:ext cx="3149600" cy="162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400">
                <a:solidFill>
                  <a:srgbClr val="F3F2EE"/>
                </a:solidFill>
                <a:latin typeface="Segoe UI Semibold" panose="020B0702040204020203" pitchFamily="34" charset="0"/>
              </a:rPr>
              <a:t>Ctrl+X</a:t>
            </a:r>
          </a:p>
        </p:txBody>
      </p:sp>
      <p:grpSp>
        <p:nvGrpSpPr>
          <p:cNvPr id="17" name="s6_16">
            <a:extLst>
              <a:ext uri="{FF2B5EF4-FFF2-40B4-BE49-F238E27FC236}">
                <a16:creationId xmlns:a16="http://schemas.microsoft.com/office/drawing/2014/main" id="{1C033511-D5D5-61BB-9014-F94F2DBF49AE}"/>
              </a:ext>
            </a:extLst>
          </p:cNvPr>
          <p:cNvGrpSpPr/>
          <p:nvPr/>
        </p:nvGrpSpPr>
        <p:grpSpPr>
          <a:xfrm>
            <a:off x="4521200" y="1904999"/>
            <a:ext cx="3149600" cy="1625601"/>
            <a:chOff x="4521200" y="1904999"/>
            <a:chExt cx="3149600" cy="1625601"/>
          </a:xfrm>
        </p:grpSpPr>
        <p:sp>
          <p:nvSpPr>
            <p:cNvPr id="15" name="s6_14">
              <a:extLst>
                <a:ext uri="{FF2B5EF4-FFF2-40B4-BE49-F238E27FC236}">
                  <a16:creationId xmlns:a16="http://schemas.microsoft.com/office/drawing/2014/main" id="{CB2FDBC9-B5AD-35AC-F564-79CE38E51364}"/>
                </a:ext>
              </a:extLst>
            </p:cNvPr>
            <p:cNvSpPr/>
            <p:nvPr/>
          </p:nvSpPr>
          <p:spPr>
            <a:xfrm>
              <a:off x="4521200" y="1905000"/>
              <a:ext cx="3149600" cy="1625600"/>
            </a:xfrm>
            <a:prstGeom prst="roundRect">
              <a:avLst>
                <a:gd name="adj" fmla="val 125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s6_15">
              <a:extLst>
                <a:ext uri="{FF2B5EF4-FFF2-40B4-BE49-F238E27FC236}">
                  <a16:creationId xmlns:a16="http://schemas.microsoft.com/office/drawing/2014/main" id="{05197548-5A16-50EB-88C1-3DCD4B4E01E8}"/>
                </a:ext>
              </a:extLst>
            </p:cNvPr>
            <p:cNvSpPr txBox="1"/>
            <p:nvPr/>
          </p:nvSpPr>
          <p:spPr>
            <a:xfrm>
              <a:off x="4521200" y="1904999"/>
              <a:ext cx="3149600" cy="1625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3400">
                  <a:solidFill>
                    <a:srgbClr val="171716"/>
                  </a:solidFill>
                  <a:latin typeface="Segoe UI Semibold" panose="020B0702040204020203" pitchFamily="34" charset="0"/>
                </a:rPr>
                <a:t>Ctrl+X</a:t>
              </a:r>
            </a:p>
          </p:txBody>
        </p:sp>
      </p:grpSp>
      <p:sp>
        <p:nvSpPr>
          <p:cNvPr id="18" name="s6_17">
            <a:extLst>
              <a:ext uri="{FF2B5EF4-FFF2-40B4-BE49-F238E27FC236}">
                <a16:creationId xmlns:a16="http://schemas.microsoft.com/office/drawing/2014/main" id="{19D360FE-0D14-3802-5C8C-3FF5EC74DA71}"/>
              </a:ext>
            </a:extLst>
          </p:cNvPr>
          <p:cNvSpPr txBox="1"/>
          <p:nvPr/>
        </p:nvSpPr>
        <p:spPr>
          <a:xfrm>
            <a:off x="4521200" y="3886199"/>
            <a:ext cx="314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F3F2EE"/>
                </a:solidFill>
                <a:latin typeface="Sitka Display" pitchFamily="2" charset="0"/>
              </a:rPr>
              <a:t>Cut</a:t>
            </a:r>
          </a:p>
        </p:txBody>
      </p:sp>
      <p:sp>
        <p:nvSpPr>
          <p:cNvPr id="19" name="s6_18">
            <a:extLst>
              <a:ext uri="{FF2B5EF4-FFF2-40B4-BE49-F238E27FC236}">
                <a16:creationId xmlns:a16="http://schemas.microsoft.com/office/drawing/2014/main" id="{9775109D-7886-2BD8-8873-269202538F11}"/>
              </a:ext>
            </a:extLst>
          </p:cNvPr>
          <p:cNvSpPr txBox="1"/>
          <p:nvPr/>
        </p:nvSpPr>
        <p:spPr>
          <a:xfrm>
            <a:off x="4521200" y="4394199"/>
            <a:ext cx="3048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500">
                <a:solidFill>
                  <a:srgbClr val="A8A49C"/>
                </a:solidFill>
                <a:latin typeface="Segoe UI" panose="020B0502040204020203" pitchFamily="34" charset="0"/>
              </a:rPr>
              <a:t>Cut out only that moment of audio.</a:t>
            </a:r>
          </a:p>
        </p:txBody>
      </p:sp>
      <p:sp>
        <p:nvSpPr>
          <p:cNvPr id="20" name="s6_19">
            <a:extLst>
              <a:ext uri="{FF2B5EF4-FFF2-40B4-BE49-F238E27FC236}">
                <a16:creationId xmlns:a16="http://schemas.microsoft.com/office/drawing/2014/main" id="{8A7338A9-9B60-5BC4-14E2-EC0188478A9F}"/>
              </a:ext>
            </a:extLst>
          </p:cNvPr>
          <p:cNvSpPr/>
          <p:nvPr/>
        </p:nvSpPr>
        <p:spPr>
          <a:xfrm>
            <a:off x="8331200" y="19939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201F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6_20">
            <a:extLst>
              <a:ext uri="{FF2B5EF4-FFF2-40B4-BE49-F238E27FC236}">
                <a16:creationId xmlns:a16="http://schemas.microsoft.com/office/drawing/2014/main" id="{A3C3CFC0-9128-B32D-3C31-212294857B5B}"/>
              </a:ext>
            </a:extLst>
          </p:cNvPr>
          <p:cNvSpPr/>
          <p:nvPr/>
        </p:nvSpPr>
        <p:spPr>
          <a:xfrm>
            <a:off x="8331200" y="19050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33322F"/>
          </a:solidFill>
          <a:ln w="9525">
            <a:solidFill>
              <a:srgbClr val="4A48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6_21">
            <a:extLst>
              <a:ext uri="{FF2B5EF4-FFF2-40B4-BE49-F238E27FC236}">
                <a16:creationId xmlns:a16="http://schemas.microsoft.com/office/drawing/2014/main" id="{8A341AD6-890C-EA6F-3FD6-AEF4C582A1FD}"/>
              </a:ext>
            </a:extLst>
          </p:cNvPr>
          <p:cNvSpPr txBox="1"/>
          <p:nvPr/>
        </p:nvSpPr>
        <p:spPr>
          <a:xfrm>
            <a:off x="8331200" y="1904999"/>
            <a:ext cx="3149600" cy="162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400">
                <a:solidFill>
                  <a:srgbClr val="F3F2EE"/>
                </a:solidFill>
                <a:latin typeface="Segoe UI Semibold" panose="020B0702040204020203" pitchFamily="34" charset="0"/>
              </a:rPr>
              <a:t>Ctrl+V</a:t>
            </a:r>
          </a:p>
        </p:txBody>
      </p:sp>
      <p:grpSp>
        <p:nvGrpSpPr>
          <p:cNvPr id="25" name="s6_24">
            <a:extLst>
              <a:ext uri="{FF2B5EF4-FFF2-40B4-BE49-F238E27FC236}">
                <a16:creationId xmlns:a16="http://schemas.microsoft.com/office/drawing/2014/main" id="{E1189F05-DFF3-C39D-18C0-2E89CACCDD77}"/>
              </a:ext>
            </a:extLst>
          </p:cNvPr>
          <p:cNvGrpSpPr/>
          <p:nvPr/>
        </p:nvGrpSpPr>
        <p:grpSpPr>
          <a:xfrm>
            <a:off x="8331200" y="1904999"/>
            <a:ext cx="3149600" cy="1625601"/>
            <a:chOff x="8331200" y="1904999"/>
            <a:chExt cx="3149600" cy="1625601"/>
          </a:xfrm>
        </p:grpSpPr>
        <p:sp>
          <p:nvSpPr>
            <p:cNvPr id="23" name="s6_22">
              <a:extLst>
                <a:ext uri="{FF2B5EF4-FFF2-40B4-BE49-F238E27FC236}">
                  <a16:creationId xmlns:a16="http://schemas.microsoft.com/office/drawing/2014/main" id="{D98F5C46-A330-B4B8-91D5-CB88BBFD6BEB}"/>
                </a:ext>
              </a:extLst>
            </p:cNvPr>
            <p:cNvSpPr/>
            <p:nvPr/>
          </p:nvSpPr>
          <p:spPr>
            <a:xfrm>
              <a:off x="8331200" y="1905000"/>
              <a:ext cx="3149600" cy="1625600"/>
            </a:xfrm>
            <a:prstGeom prst="roundRect">
              <a:avLst>
                <a:gd name="adj" fmla="val 125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s6_23">
              <a:extLst>
                <a:ext uri="{FF2B5EF4-FFF2-40B4-BE49-F238E27FC236}">
                  <a16:creationId xmlns:a16="http://schemas.microsoft.com/office/drawing/2014/main" id="{2A14F068-31F7-6D48-0BD5-CCF18FA599AE}"/>
                </a:ext>
              </a:extLst>
            </p:cNvPr>
            <p:cNvSpPr txBox="1"/>
            <p:nvPr/>
          </p:nvSpPr>
          <p:spPr>
            <a:xfrm>
              <a:off x="8331200" y="1904999"/>
              <a:ext cx="3149600" cy="1625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3400">
                  <a:solidFill>
                    <a:srgbClr val="171716"/>
                  </a:solidFill>
                  <a:latin typeface="Segoe UI Semibold" panose="020B0702040204020203" pitchFamily="34" charset="0"/>
                </a:rPr>
                <a:t>Ctrl+V</a:t>
              </a:r>
            </a:p>
          </p:txBody>
        </p:sp>
      </p:grpSp>
      <p:sp>
        <p:nvSpPr>
          <p:cNvPr id="26" name="s6_25">
            <a:extLst>
              <a:ext uri="{FF2B5EF4-FFF2-40B4-BE49-F238E27FC236}">
                <a16:creationId xmlns:a16="http://schemas.microsoft.com/office/drawing/2014/main" id="{E96CC457-7FC6-4A7D-F797-15D7B5000517}"/>
              </a:ext>
            </a:extLst>
          </p:cNvPr>
          <p:cNvSpPr txBox="1"/>
          <p:nvPr/>
        </p:nvSpPr>
        <p:spPr>
          <a:xfrm>
            <a:off x="8331200" y="3886199"/>
            <a:ext cx="314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F3F2EE"/>
                </a:solidFill>
                <a:latin typeface="Sitka Display" pitchFamily="2" charset="0"/>
              </a:rPr>
              <a:t>Voice</a:t>
            </a:r>
          </a:p>
        </p:txBody>
      </p:sp>
      <p:sp>
        <p:nvSpPr>
          <p:cNvPr id="27" name="s6_26">
            <a:extLst>
              <a:ext uri="{FF2B5EF4-FFF2-40B4-BE49-F238E27FC236}">
                <a16:creationId xmlns:a16="http://schemas.microsoft.com/office/drawing/2014/main" id="{3785C398-1B6B-A720-4C62-40E296894C5B}"/>
              </a:ext>
            </a:extLst>
          </p:cNvPr>
          <p:cNvSpPr txBox="1"/>
          <p:nvPr/>
        </p:nvSpPr>
        <p:spPr>
          <a:xfrm>
            <a:off x="8331200" y="4394199"/>
            <a:ext cx="3048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500">
                <a:solidFill>
                  <a:srgbClr val="A8A49C"/>
                </a:solidFill>
                <a:latin typeface="Segoe UI" panose="020B0502040204020203" pitchFamily="34" charset="0"/>
              </a:rPr>
              <a:t>Say the fix in your own voice, matched to the audio around it.</a:t>
            </a:r>
          </a:p>
        </p:txBody>
      </p:sp>
      <p:sp>
        <p:nvSpPr>
          <p:cNvPr id="28" name="s6_27">
            <a:extLst>
              <a:ext uri="{FF2B5EF4-FFF2-40B4-BE49-F238E27FC236}">
                <a16:creationId xmlns:a16="http://schemas.microsoft.com/office/drawing/2014/main" id="{0E68AAC1-085E-E438-1BD7-1638D54E8ED0}"/>
              </a:ext>
            </a:extLst>
          </p:cNvPr>
          <p:cNvSpPr txBox="1"/>
          <p:nvPr/>
        </p:nvSpPr>
        <p:spPr>
          <a:xfrm>
            <a:off x="711200" y="5816599"/>
            <a:ext cx="10769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i="1">
                <a:solidFill>
                  <a:srgbClr val="A8A49C"/>
                </a:solidFill>
                <a:latin typeface="Sitka Text" pitchFamily="2" charset="0"/>
              </a:rPr>
              <a:t>Text is only used to find the edit. What you get back is audio.</a:t>
            </a:r>
          </a:p>
        </p:txBody>
      </p:sp>
    </p:spTree>
    <p:extLst>
      <p:ext uri="{BB962C8B-B14F-4D97-AF65-F5344CB8AC3E}">
        <p14:creationId xmlns:p14="http://schemas.microsoft.com/office/powerpoint/2010/main" val="2150738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7_1">
            <a:extLst>
              <a:ext uri="{FF2B5EF4-FFF2-40B4-BE49-F238E27FC236}">
                <a16:creationId xmlns:a16="http://schemas.microsoft.com/office/drawing/2014/main" id="{E1467D94-E708-3118-D2CC-55CD9173F880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DEMO · THE EDITOR</a:t>
            </a:r>
          </a:p>
        </p:txBody>
      </p:sp>
      <p:sp>
        <p:nvSpPr>
          <p:cNvPr id="3" name="s7_2">
            <a:extLst>
              <a:ext uri="{FF2B5EF4-FFF2-40B4-BE49-F238E27FC236}">
                <a16:creationId xmlns:a16="http://schemas.microsoft.com/office/drawing/2014/main" id="{90BCC509-34B3-25D8-9B42-DB3A38242F5E}"/>
              </a:ext>
            </a:extLst>
          </p:cNvPr>
          <p:cNvSpPr txBox="1"/>
          <p:nvPr/>
        </p:nvSpPr>
        <p:spPr>
          <a:xfrm>
            <a:off x="711200" y="736599"/>
            <a:ext cx="35560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200">
                <a:solidFill>
                  <a:srgbClr val="F3F2EE"/>
                </a:solidFill>
                <a:latin typeface="Sitka Display" pitchFamily="2" charset="0"/>
              </a:rPr>
              <a:t>Change a word.</a:t>
            </a:r>
          </a:p>
          <a:p>
            <a:pPr>
              <a:lnSpc>
                <a:spcPct val="92000"/>
              </a:lnSpc>
            </a:pPr>
            <a:r>
              <a:rPr lang="en-US" sz="3200">
                <a:solidFill>
                  <a:srgbClr val="F3F2EE"/>
                </a:solidFill>
                <a:latin typeface="Sitka Display" pitchFamily="2" charset="0"/>
              </a:rPr>
              <a:t>Keep the voice.</a:t>
            </a:r>
          </a:p>
        </p:txBody>
      </p:sp>
      <p:grpSp>
        <p:nvGrpSpPr>
          <p:cNvPr id="10" name="s7_9">
            <a:extLst>
              <a:ext uri="{FF2B5EF4-FFF2-40B4-BE49-F238E27FC236}">
                <a16:creationId xmlns:a16="http://schemas.microsoft.com/office/drawing/2014/main" id="{C2BD6743-150C-9451-C486-3382379D54A3}"/>
              </a:ext>
            </a:extLst>
          </p:cNvPr>
          <p:cNvGrpSpPr/>
          <p:nvPr/>
        </p:nvGrpSpPr>
        <p:grpSpPr>
          <a:xfrm>
            <a:off x="711200" y="2412999"/>
            <a:ext cx="495299" cy="279400"/>
            <a:chOff x="711200" y="2412999"/>
            <a:chExt cx="495299" cy="279400"/>
          </a:xfrm>
        </p:grpSpPr>
        <p:sp>
          <p:nvSpPr>
            <p:cNvPr id="4" name="s7_3">
              <a:extLst>
                <a:ext uri="{FF2B5EF4-FFF2-40B4-BE49-F238E27FC236}">
                  <a16:creationId xmlns:a16="http://schemas.microsoft.com/office/drawing/2014/main" id="{E0D27A17-6A73-ED6A-FD9D-A6449FF55755}"/>
                </a:ext>
              </a:extLst>
            </p:cNvPr>
            <p:cNvSpPr/>
            <p:nvPr/>
          </p:nvSpPr>
          <p:spPr>
            <a:xfrm>
              <a:off x="711200" y="24257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7_4">
              <a:extLst>
                <a:ext uri="{FF2B5EF4-FFF2-40B4-BE49-F238E27FC236}">
                  <a16:creationId xmlns:a16="http://schemas.microsoft.com/office/drawing/2014/main" id="{941CB1DD-AFAE-A945-60A8-23C65921CF19}"/>
                </a:ext>
              </a:extLst>
            </p:cNvPr>
            <p:cNvSpPr txBox="1"/>
            <p:nvPr/>
          </p:nvSpPr>
          <p:spPr>
            <a:xfrm>
              <a:off x="711200" y="24257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1</a:t>
              </a:r>
            </a:p>
          </p:txBody>
        </p:sp>
        <p:sp>
          <p:nvSpPr>
            <p:cNvPr id="6" name="s7_5">
              <a:extLst>
                <a:ext uri="{FF2B5EF4-FFF2-40B4-BE49-F238E27FC236}">
                  <a16:creationId xmlns:a16="http://schemas.microsoft.com/office/drawing/2014/main" id="{F64A0B2C-ADC4-92C0-129F-DDCFEB1084B5}"/>
                </a:ext>
              </a:extLst>
            </p:cNvPr>
            <p:cNvSpPr txBox="1"/>
            <p:nvPr/>
          </p:nvSpPr>
          <p:spPr>
            <a:xfrm>
              <a:off x="1079499" y="24129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75716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1" name="s7_10">
            <a:extLst>
              <a:ext uri="{FF2B5EF4-FFF2-40B4-BE49-F238E27FC236}">
                <a16:creationId xmlns:a16="http://schemas.microsoft.com/office/drawing/2014/main" id="{9186301E-34A8-6F91-B923-AA40562E3ADA}"/>
              </a:ext>
            </a:extLst>
          </p:cNvPr>
          <p:cNvGrpSpPr/>
          <p:nvPr/>
        </p:nvGrpSpPr>
        <p:grpSpPr>
          <a:xfrm>
            <a:off x="711200" y="2412999"/>
            <a:ext cx="495299" cy="279400"/>
            <a:chOff x="711200" y="2412999"/>
            <a:chExt cx="495299" cy="279400"/>
          </a:xfrm>
        </p:grpSpPr>
        <p:sp>
          <p:nvSpPr>
            <p:cNvPr id="7" name="s7_6">
              <a:extLst>
                <a:ext uri="{FF2B5EF4-FFF2-40B4-BE49-F238E27FC236}">
                  <a16:creationId xmlns:a16="http://schemas.microsoft.com/office/drawing/2014/main" id="{0A698BE1-F7DF-3F4A-3AB9-3E47F7843D84}"/>
                </a:ext>
              </a:extLst>
            </p:cNvPr>
            <p:cNvSpPr/>
            <p:nvPr/>
          </p:nvSpPr>
          <p:spPr>
            <a:xfrm>
              <a:off x="711200" y="2425700"/>
              <a:ext cx="254000" cy="254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7_7">
              <a:extLst>
                <a:ext uri="{FF2B5EF4-FFF2-40B4-BE49-F238E27FC236}">
                  <a16:creationId xmlns:a16="http://schemas.microsoft.com/office/drawing/2014/main" id="{ABA4951D-1CE2-23E0-BA27-D1677C7C9431}"/>
                </a:ext>
              </a:extLst>
            </p:cNvPr>
            <p:cNvSpPr txBox="1"/>
            <p:nvPr/>
          </p:nvSpPr>
          <p:spPr>
            <a:xfrm>
              <a:off x="711200" y="24257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1</a:t>
              </a:r>
            </a:p>
          </p:txBody>
        </p:sp>
        <p:sp>
          <p:nvSpPr>
            <p:cNvPr id="9" name="s7_8">
              <a:extLst>
                <a:ext uri="{FF2B5EF4-FFF2-40B4-BE49-F238E27FC236}">
                  <a16:creationId xmlns:a16="http://schemas.microsoft.com/office/drawing/2014/main" id="{C2377F63-E601-252B-B31C-0C10CEC464AF}"/>
                </a:ext>
              </a:extLst>
            </p:cNvPr>
            <p:cNvSpPr txBox="1"/>
            <p:nvPr/>
          </p:nvSpPr>
          <p:spPr>
            <a:xfrm>
              <a:off x="1079499" y="24129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F3F2EE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2" name="s7_11">
            <a:extLst>
              <a:ext uri="{FF2B5EF4-FFF2-40B4-BE49-F238E27FC236}">
                <a16:creationId xmlns:a16="http://schemas.microsoft.com/office/drawing/2014/main" id="{3D010AA9-BAAE-B136-C9EF-18698DD3C4E7}"/>
              </a:ext>
            </a:extLst>
          </p:cNvPr>
          <p:cNvSpPr txBox="1"/>
          <p:nvPr/>
        </p:nvSpPr>
        <p:spPr>
          <a:xfrm>
            <a:off x="1092200" y="24256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75716A"/>
                </a:solidFill>
                <a:latin typeface="Segoe UI" panose="020B0502040204020203" pitchFamily="34" charset="0"/>
              </a:rPr>
              <a:t>Original or fixed, one click.</a:t>
            </a:r>
          </a:p>
        </p:txBody>
      </p:sp>
      <p:sp>
        <p:nvSpPr>
          <p:cNvPr id="13" name="s7_12">
            <a:extLst>
              <a:ext uri="{FF2B5EF4-FFF2-40B4-BE49-F238E27FC236}">
                <a16:creationId xmlns:a16="http://schemas.microsoft.com/office/drawing/2014/main" id="{548647B5-6591-44C2-7896-6844E2857A71}"/>
              </a:ext>
            </a:extLst>
          </p:cNvPr>
          <p:cNvSpPr txBox="1"/>
          <p:nvPr/>
        </p:nvSpPr>
        <p:spPr>
          <a:xfrm>
            <a:off x="1092200" y="24256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F3F2EE"/>
                </a:solidFill>
                <a:latin typeface="Segoe UI" panose="020B0502040204020203" pitchFamily="34" charset="0"/>
              </a:rPr>
              <a:t>Original or fixed, one click.</a:t>
            </a:r>
          </a:p>
        </p:txBody>
      </p:sp>
      <p:grpSp>
        <p:nvGrpSpPr>
          <p:cNvPr id="20" name="s7_19">
            <a:extLst>
              <a:ext uri="{FF2B5EF4-FFF2-40B4-BE49-F238E27FC236}">
                <a16:creationId xmlns:a16="http://schemas.microsoft.com/office/drawing/2014/main" id="{B432E8FF-5A10-7070-FEC6-0CB4A0C90573}"/>
              </a:ext>
            </a:extLst>
          </p:cNvPr>
          <p:cNvGrpSpPr/>
          <p:nvPr/>
        </p:nvGrpSpPr>
        <p:grpSpPr>
          <a:xfrm>
            <a:off x="711200" y="3200399"/>
            <a:ext cx="495299" cy="279400"/>
            <a:chOff x="711200" y="3200399"/>
            <a:chExt cx="495299" cy="279400"/>
          </a:xfrm>
        </p:grpSpPr>
        <p:sp>
          <p:nvSpPr>
            <p:cNvPr id="14" name="s7_13">
              <a:extLst>
                <a:ext uri="{FF2B5EF4-FFF2-40B4-BE49-F238E27FC236}">
                  <a16:creationId xmlns:a16="http://schemas.microsoft.com/office/drawing/2014/main" id="{B9BC9F4C-9AC0-D2B0-EB8F-C1F0B4081BB5}"/>
                </a:ext>
              </a:extLst>
            </p:cNvPr>
            <p:cNvSpPr/>
            <p:nvPr/>
          </p:nvSpPr>
          <p:spPr>
            <a:xfrm>
              <a:off x="711200" y="32131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7_14">
              <a:extLst>
                <a:ext uri="{FF2B5EF4-FFF2-40B4-BE49-F238E27FC236}">
                  <a16:creationId xmlns:a16="http://schemas.microsoft.com/office/drawing/2014/main" id="{D136D7B4-7E35-74EA-0C4B-C9C19C3CA710}"/>
                </a:ext>
              </a:extLst>
            </p:cNvPr>
            <p:cNvSpPr txBox="1"/>
            <p:nvPr/>
          </p:nvSpPr>
          <p:spPr>
            <a:xfrm>
              <a:off x="711200" y="32131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2</a:t>
              </a:r>
            </a:p>
          </p:txBody>
        </p:sp>
        <p:sp>
          <p:nvSpPr>
            <p:cNvPr id="16" name="s7_15">
              <a:extLst>
                <a:ext uri="{FF2B5EF4-FFF2-40B4-BE49-F238E27FC236}">
                  <a16:creationId xmlns:a16="http://schemas.microsoft.com/office/drawing/2014/main" id="{C80A2560-B666-7CBD-8016-736194CB846F}"/>
                </a:ext>
              </a:extLst>
            </p:cNvPr>
            <p:cNvSpPr txBox="1"/>
            <p:nvPr/>
          </p:nvSpPr>
          <p:spPr>
            <a:xfrm>
              <a:off x="1079499" y="32003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75716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1" name="s7_20">
            <a:extLst>
              <a:ext uri="{FF2B5EF4-FFF2-40B4-BE49-F238E27FC236}">
                <a16:creationId xmlns:a16="http://schemas.microsoft.com/office/drawing/2014/main" id="{CE7A324A-019E-7295-69B1-57084FF7A5F7}"/>
              </a:ext>
            </a:extLst>
          </p:cNvPr>
          <p:cNvGrpSpPr/>
          <p:nvPr/>
        </p:nvGrpSpPr>
        <p:grpSpPr>
          <a:xfrm>
            <a:off x="711200" y="3200399"/>
            <a:ext cx="495299" cy="279400"/>
            <a:chOff x="711200" y="3200399"/>
            <a:chExt cx="495299" cy="279400"/>
          </a:xfrm>
        </p:grpSpPr>
        <p:sp>
          <p:nvSpPr>
            <p:cNvPr id="17" name="s7_16">
              <a:extLst>
                <a:ext uri="{FF2B5EF4-FFF2-40B4-BE49-F238E27FC236}">
                  <a16:creationId xmlns:a16="http://schemas.microsoft.com/office/drawing/2014/main" id="{CE8DF20C-588F-9890-635F-C26053DF23A8}"/>
                </a:ext>
              </a:extLst>
            </p:cNvPr>
            <p:cNvSpPr/>
            <p:nvPr/>
          </p:nvSpPr>
          <p:spPr>
            <a:xfrm>
              <a:off x="711200" y="3213100"/>
              <a:ext cx="254000" cy="254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s7_17">
              <a:extLst>
                <a:ext uri="{FF2B5EF4-FFF2-40B4-BE49-F238E27FC236}">
                  <a16:creationId xmlns:a16="http://schemas.microsoft.com/office/drawing/2014/main" id="{045F7F28-BA55-0B3A-4643-D0F98EF13A7B}"/>
                </a:ext>
              </a:extLst>
            </p:cNvPr>
            <p:cNvSpPr txBox="1"/>
            <p:nvPr/>
          </p:nvSpPr>
          <p:spPr>
            <a:xfrm>
              <a:off x="711200" y="32131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2</a:t>
              </a:r>
            </a:p>
          </p:txBody>
        </p:sp>
        <p:sp>
          <p:nvSpPr>
            <p:cNvPr id="19" name="s7_18">
              <a:extLst>
                <a:ext uri="{FF2B5EF4-FFF2-40B4-BE49-F238E27FC236}">
                  <a16:creationId xmlns:a16="http://schemas.microsoft.com/office/drawing/2014/main" id="{3176EEF2-DAA4-03C3-40D6-8C098F40EB36}"/>
                </a:ext>
              </a:extLst>
            </p:cNvPr>
            <p:cNvSpPr txBox="1"/>
            <p:nvPr/>
          </p:nvSpPr>
          <p:spPr>
            <a:xfrm>
              <a:off x="1079499" y="32003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F3F2EE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2" name="s7_21">
            <a:extLst>
              <a:ext uri="{FF2B5EF4-FFF2-40B4-BE49-F238E27FC236}">
                <a16:creationId xmlns:a16="http://schemas.microsoft.com/office/drawing/2014/main" id="{BBA77EC3-96D8-ABC7-4E65-7ADA4F91B8B1}"/>
              </a:ext>
            </a:extLst>
          </p:cNvPr>
          <p:cNvSpPr txBox="1"/>
          <p:nvPr/>
        </p:nvSpPr>
        <p:spPr>
          <a:xfrm>
            <a:off x="1092200" y="32130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75716A"/>
                </a:solidFill>
                <a:latin typeface="Segoe UI" panose="020B0502040204020203" pitchFamily="34" charset="0"/>
              </a:rPr>
              <a:t>Select a word, type a new one.</a:t>
            </a:r>
          </a:p>
        </p:txBody>
      </p:sp>
      <p:sp>
        <p:nvSpPr>
          <p:cNvPr id="23" name="s7_22">
            <a:extLst>
              <a:ext uri="{FF2B5EF4-FFF2-40B4-BE49-F238E27FC236}">
                <a16:creationId xmlns:a16="http://schemas.microsoft.com/office/drawing/2014/main" id="{7CF7155E-0FEC-F277-30FE-934FBAB6F0B4}"/>
              </a:ext>
            </a:extLst>
          </p:cNvPr>
          <p:cNvSpPr txBox="1"/>
          <p:nvPr/>
        </p:nvSpPr>
        <p:spPr>
          <a:xfrm>
            <a:off x="1092200" y="32130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F3F2EE"/>
                </a:solidFill>
                <a:latin typeface="Segoe UI" panose="020B0502040204020203" pitchFamily="34" charset="0"/>
              </a:rPr>
              <a:t>Select a word, type a new one.</a:t>
            </a:r>
          </a:p>
        </p:txBody>
      </p:sp>
      <p:grpSp>
        <p:nvGrpSpPr>
          <p:cNvPr id="30" name="s7_29">
            <a:extLst>
              <a:ext uri="{FF2B5EF4-FFF2-40B4-BE49-F238E27FC236}">
                <a16:creationId xmlns:a16="http://schemas.microsoft.com/office/drawing/2014/main" id="{590372EF-6507-E77E-4574-085E90EC7633}"/>
              </a:ext>
            </a:extLst>
          </p:cNvPr>
          <p:cNvGrpSpPr/>
          <p:nvPr/>
        </p:nvGrpSpPr>
        <p:grpSpPr>
          <a:xfrm>
            <a:off x="711200" y="3987799"/>
            <a:ext cx="495299" cy="279400"/>
            <a:chOff x="711200" y="3987799"/>
            <a:chExt cx="495299" cy="279400"/>
          </a:xfrm>
        </p:grpSpPr>
        <p:sp>
          <p:nvSpPr>
            <p:cNvPr id="24" name="s7_23">
              <a:extLst>
                <a:ext uri="{FF2B5EF4-FFF2-40B4-BE49-F238E27FC236}">
                  <a16:creationId xmlns:a16="http://schemas.microsoft.com/office/drawing/2014/main" id="{2DE6AC58-A7E6-E46F-3989-95FB1C0F4F30}"/>
                </a:ext>
              </a:extLst>
            </p:cNvPr>
            <p:cNvSpPr/>
            <p:nvPr/>
          </p:nvSpPr>
          <p:spPr>
            <a:xfrm>
              <a:off x="711200" y="40005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7_24">
              <a:extLst>
                <a:ext uri="{FF2B5EF4-FFF2-40B4-BE49-F238E27FC236}">
                  <a16:creationId xmlns:a16="http://schemas.microsoft.com/office/drawing/2014/main" id="{4FE8A52C-D161-0205-0B11-691883CC8199}"/>
                </a:ext>
              </a:extLst>
            </p:cNvPr>
            <p:cNvSpPr txBox="1"/>
            <p:nvPr/>
          </p:nvSpPr>
          <p:spPr>
            <a:xfrm>
              <a:off x="711200" y="40005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3</a:t>
              </a:r>
            </a:p>
          </p:txBody>
        </p:sp>
        <p:sp>
          <p:nvSpPr>
            <p:cNvPr id="26" name="s7_25">
              <a:extLst>
                <a:ext uri="{FF2B5EF4-FFF2-40B4-BE49-F238E27FC236}">
                  <a16:creationId xmlns:a16="http://schemas.microsoft.com/office/drawing/2014/main" id="{D5BECAB1-21FA-C74C-D106-810DE5F2B8D5}"/>
                </a:ext>
              </a:extLst>
            </p:cNvPr>
            <p:cNvSpPr txBox="1"/>
            <p:nvPr/>
          </p:nvSpPr>
          <p:spPr>
            <a:xfrm>
              <a:off x="1079499" y="39877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75716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1" name="s7_30">
            <a:extLst>
              <a:ext uri="{FF2B5EF4-FFF2-40B4-BE49-F238E27FC236}">
                <a16:creationId xmlns:a16="http://schemas.microsoft.com/office/drawing/2014/main" id="{93AFF134-F9F9-39B1-1BA5-E64761560FFE}"/>
              </a:ext>
            </a:extLst>
          </p:cNvPr>
          <p:cNvGrpSpPr/>
          <p:nvPr/>
        </p:nvGrpSpPr>
        <p:grpSpPr>
          <a:xfrm>
            <a:off x="711200" y="3987799"/>
            <a:ext cx="495299" cy="279400"/>
            <a:chOff x="711200" y="3987799"/>
            <a:chExt cx="495299" cy="279400"/>
          </a:xfrm>
        </p:grpSpPr>
        <p:sp>
          <p:nvSpPr>
            <p:cNvPr id="27" name="s7_26">
              <a:extLst>
                <a:ext uri="{FF2B5EF4-FFF2-40B4-BE49-F238E27FC236}">
                  <a16:creationId xmlns:a16="http://schemas.microsoft.com/office/drawing/2014/main" id="{AEDEB556-F6B2-E23A-18DC-D6C251DDDD89}"/>
                </a:ext>
              </a:extLst>
            </p:cNvPr>
            <p:cNvSpPr/>
            <p:nvPr/>
          </p:nvSpPr>
          <p:spPr>
            <a:xfrm>
              <a:off x="711200" y="4000500"/>
              <a:ext cx="254000" cy="254000"/>
            </a:xfrm>
            <a:prstGeom prst="ellipse">
              <a:avLst/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7_27">
              <a:extLst>
                <a:ext uri="{FF2B5EF4-FFF2-40B4-BE49-F238E27FC236}">
                  <a16:creationId xmlns:a16="http://schemas.microsoft.com/office/drawing/2014/main" id="{F2A18B39-9263-27CC-43E9-9A4564FFE122}"/>
                </a:ext>
              </a:extLst>
            </p:cNvPr>
            <p:cNvSpPr txBox="1"/>
            <p:nvPr/>
          </p:nvSpPr>
          <p:spPr>
            <a:xfrm>
              <a:off x="711200" y="40005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3</a:t>
              </a:r>
            </a:p>
          </p:txBody>
        </p:sp>
        <p:sp>
          <p:nvSpPr>
            <p:cNvPr id="29" name="s7_28">
              <a:extLst>
                <a:ext uri="{FF2B5EF4-FFF2-40B4-BE49-F238E27FC236}">
                  <a16:creationId xmlns:a16="http://schemas.microsoft.com/office/drawing/2014/main" id="{4BD9B1D0-D7D5-AA94-6BF3-991EBB21509E}"/>
                </a:ext>
              </a:extLst>
            </p:cNvPr>
            <p:cNvSpPr txBox="1"/>
            <p:nvPr/>
          </p:nvSpPr>
          <p:spPr>
            <a:xfrm>
              <a:off x="1079499" y="39877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F3F2EE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2" name="s7_31">
            <a:extLst>
              <a:ext uri="{FF2B5EF4-FFF2-40B4-BE49-F238E27FC236}">
                <a16:creationId xmlns:a16="http://schemas.microsoft.com/office/drawing/2014/main" id="{B176F162-8887-D55F-D007-E6AEFC4CB52D}"/>
              </a:ext>
            </a:extLst>
          </p:cNvPr>
          <p:cNvSpPr txBox="1"/>
          <p:nvPr/>
        </p:nvSpPr>
        <p:spPr>
          <a:xfrm>
            <a:off x="1092200" y="40004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75716A"/>
                </a:solidFill>
                <a:latin typeface="Segoe UI" panose="020B0502040204020203" pitchFamily="34" charset="0"/>
              </a:rPr>
              <a:t>Said in your voice, checked by re-transcribing.</a:t>
            </a:r>
          </a:p>
        </p:txBody>
      </p:sp>
      <p:sp>
        <p:nvSpPr>
          <p:cNvPr id="33" name="s7_32">
            <a:extLst>
              <a:ext uri="{FF2B5EF4-FFF2-40B4-BE49-F238E27FC236}">
                <a16:creationId xmlns:a16="http://schemas.microsoft.com/office/drawing/2014/main" id="{83474319-0388-D59A-CF75-E9A364364DED}"/>
              </a:ext>
            </a:extLst>
          </p:cNvPr>
          <p:cNvSpPr txBox="1"/>
          <p:nvPr/>
        </p:nvSpPr>
        <p:spPr>
          <a:xfrm>
            <a:off x="1092200" y="40004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F3F2EE"/>
                </a:solidFill>
                <a:latin typeface="Segoe UI" panose="020B0502040204020203" pitchFamily="34" charset="0"/>
              </a:rPr>
              <a:t>Said in your voice, checked by re-transcribing.</a:t>
            </a:r>
          </a:p>
        </p:txBody>
      </p:sp>
      <p:sp>
        <p:nvSpPr>
          <p:cNvPr id="34" name="s7_33">
            <a:extLst>
              <a:ext uri="{FF2B5EF4-FFF2-40B4-BE49-F238E27FC236}">
                <a16:creationId xmlns:a16="http://schemas.microsoft.com/office/drawing/2014/main" id="{537AFCA9-1AEF-86B6-DB9E-54F225762D0E}"/>
              </a:ext>
            </a:extLst>
          </p:cNvPr>
          <p:cNvSpPr txBox="1"/>
          <p:nvPr/>
        </p:nvSpPr>
        <p:spPr>
          <a:xfrm>
            <a:off x="711200" y="5333999"/>
            <a:ext cx="330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>
                <a:solidFill>
                  <a:srgbClr val="F3F2EE"/>
                </a:solidFill>
                <a:latin typeface="Segoe UI Light" panose="020B0502040204020203" pitchFamily="34" charset="0"/>
              </a:rPr>
              <a:t>3.1–4.2 s</a:t>
            </a:r>
          </a:p>
        </p:txBody>
      </p:sp>
      <p:sp>
        <p:nvSpPr>
          <p:cNvPr id="35" name="s7_34">
            <a:extLst>
              <a:ext uri="{FF2B5EF4-FFF2-40B4-BE49-F238E27FC236}">
                <a16:creationId xmlns:a16="http://schemas.microsoft.com/office/drawing/2014/main" id="{923F7333-6EBA-1112-D4D6-5DF0E060B5AD}"/>
              </a:ext>
            </a:extLst>
          </p:cNvPr>
          <p:cNvSpPr txBox="1"/>
          <p:nvPr/>
        </p:nvSpPr>
        <p:spPr>
          <a:xfrm>
            <a:off x="711200" y="5842000"/>
            <a:ext cx="330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per replaced word, ASR-verified</a:t>
            </a:r>
          </a:p>
        </p:txBody>
      </p:sp>
      <p:pic>
        <p:nvPicPr>
          <p:cNvPr id="36" name="s7_35">
            <a:hlinkClick r:id="" action="ppaction://media"/>
            <a:extLst>
              <a:ext uri="{FF2B5EF4-FFF2-40B4-BE49-F238E27FC236}">
                <a16:creationId xmlns:a16="http://schemas.microsoft.com/office/drawing/2014/main" id="{A6BCB60B-1683-4CE0-C66F-93E59458BA0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68801" y="876300"/>
            <a:ext cx="7111485" cy="511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3556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9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7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13434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9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video>
              <p:cMediaNode vol="100000">
                <p:cTn id="30" fill="hold" display="0">
                  <p:stCondLst>
                    <p:cond delay="indefinite"/>
                  </p:stCondLst>
                </p:cTn>
                <p:tgtEl>
                  <p:spTgt spid="36"/>
                </p:tgtEl>
              </p:cMediaNode>
            </p:video>
          </p:childTnLst>
        </p:cTn>
      </p:par>
    </p:tnLst>
    <p:bldLst>
      <p:bldP spid="13" grpId="0"/>
      <p:bldP spid="23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8_1">
            <a:hlinkClick r:id="" action="ppaction://media"/>
            <a:extLst>
              <a:ext uri="{FF2B5EF4-FFF2-40B4-BE49-F238E27FC236}">
                <a16:creationId xmlns:a16="http://schemas.microsoft.com/office/drawing/2014/main" id="{690DB210-CA6A-EF4F-91D8-B514747A618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11201" y="1054101"/>
            <a:ext cx="6603523" cy="4746625"/>
          </a:xfrm>
          <a:prstGeom prst="rect">
            <a:avLst/>
          </a:prstGeom>
        </p:spPr>
      </p:pic>
      <p:sp>
        <p:nvSpPr>
          <p:cNvPr id="3" name="s8_2">
            <a:extLst>
              <a:ext uri="{FF2B5EF4-FFF2-40B4-BE49-F238E27FC236}">
                <a16:creationId xmlns:a16="http://schemas.microsoft.com/office/drawing/2014/main" id="{0C6A71BA-4AF0-03AC-F25A-FC2400B4F49F}"/>
              </a:ext>
            </a:extLst>
          </p:cNvPr>
          <p:cNvSpPr txBox="1"/>
          <p:nvPr/>
        </p:nvSpPr>
        <p:spPr>
          <a:xfrm>
            <a:off x="7772400" y="14224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DEMO · TONE</a:t>
            </a:r>
          </a:p>
        </p:txBody>
      </p:sp>
      <p:sp>
        <p:nvSpPr>
          <p:cNvPr id="4" name="s8_3">
            <a:extLst>
              <a:ext uri="{FF2B5EF4-FFF2-40B4-BE49-F238E27FC236}">
                <a16:creationId xmlns:a16="http://schemas.microsoft.com/office/drawing/2014/main" id="{EAEB7467-43BF-7251-CCF5-BBE9C50B26FE}"/>
              </a:ext>
            </a:extLst>
          </p:cNvPr>
          <p:cNvSpPr txBox="1"/>
          <p:nvPr/>
        </p:nvSpPr>
        <p:spPr>
          <a:xfrm>
            <a:off x="7772400" y="1650999"/>
            <a:ext cx="37084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200">
                <a:solidFill>
                  <a:srgbClr val="F3F2EE"/>
                </a:solidFill>
                <a:latin typeface="Sitka Display" pitchFamily="2" charset="0"/>
              </a:rPr>
              <a:t>Same words.</a:t>
            </a:r>
          </a:p>
          <a:p>
            <a:pPr>
              <a:lnSpc>
                <a:spcPct val="92000"/>
              </a:lnSpc>
            </a:pPr>
            <a:r>
              <a:rPr lang="en-US" sz="3200">
                <a:solidFill>
                  <a:srgbClr val="F3F2EE"/>
                </a:solidFill>
                <a:latin typeface="Sitka Display" pitchFamily="2" charset="0"/>
              </a:rPr>
              <a:t>Different tone.</a:t>
            </a:r>
          </a:p>
        </p:txBody>
      </p:sp>
      <p:sp>
        <p:nvSpPr>
          <p:cNvPr id="5" name="s8_4">
            <a:extLst>
              <a:ext uri="{FF2B5EF4-FFF2-40B4-BE49-F238E27FC236}">
                <a16:creationId xmlns:a16="http://schemas.microsoft.com/office/drawing/2014/main" id="{6B6B6234-5BAE-1316-556C-11C4B01780D6}"/>
              </a:ext>
            </a:extLst>
          </p:cNvPr>
          <p:cNvSpPr/>
          <p:nvPr/>
        </p:nvSpPr>
        <p:spPr>
          <a:xfrm>
            <a:off x="7772400" y="3200400"/>
            <a:ext cx="152400" cy="152400"/>
          </a:xfrm>
          <a:prstGeom prst="ellipse">
            <a:avLst/>
          </a:prstGeom>
          <a:noFill/>
          <a:ln w="15240" cap="flat" cmpd="sng" algn="ctr">
            <a:solidFill>
              <a:srgbClr val="4A484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8_5">
            <a:extLst>
              <a:ext uri="{FF2B5EF4-FFF2-40B4-BE49-F238E27FC236}">
                <a16:creationId xmlns:a16="http://schemas.microsoft.com/office/drawing/2014/main" id="{623698D2-876A-B269-ED7F-3308E8C5EAA6}"/>
              </a:ext>
            </a:extLst>
          </p:cNvPr>
          <p:cNvSpPr txBox="1"/>
          <p:nvPr/>
        </p:nvSpPr>
        <p:spPr>
          <a:xfrm>
            <a:off x="8051800" y="3124199"/>
            <a:ext cx="330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>
                <a:solidFill>
                  <a:srgbClr val="75716A"/>
                </a:solidFill>
                <a:latin typeface="Segoe UI" panose="020B0502040204020203" pitchFamily="34" charset="0"/>
              </a:rPr>
              <a:t>Confident</a:t>
            </a:r>
          </a:p>
        </p:txBody>
      </p:sp>
      <p:grpSp>
        <p:nvGrpSpPr>
          <p:cNvPr id="9" name="s8_8">
            <a:extLst>
              <a:ext uri="{FF2B5EF4-FFF2-40B4-BE49-F238E27FC236}">
                <a16:creationId xmlns:a16="http://schemas.microsoft.com/office/drawing/2014/main" id="{35AFBBD5-F51A-7169-35F2-D60B37D64C31}"/>
              </a:ext>
            </a:extLst>
          </p:cNvPr>
          <p:cNvGrpSpPr/>
          <p:nvPr/>
        </p:nvGrpSpPr>
        <p:grpSpPr>
          <a:xfrm>
            <a:off x="7772400" y="3124199"/>
            <a:ext cx="3708400" cy="304800"/>
            <a:chOff x="7772400" y="3124199"/>
            <a:chExt cx="3708400" cy="304800"/>
          </a:xfrm>
        </p:grpSpPr>
        <p:sp>
          <p:nvSpPr>
            <p:cNvPr id="7" name="s8_6">
              <a:extLst>
                <a:ext uri="{FF2B5EF4-FFF2-40B4-BE49-F238E27FC236}">
                  <a16:creationId xmlns:a16="http://schemas.microsoft.com/office/drawing/2014/main" id="{B28E53B0-667B-5312-E1A9-97616BBA4420}"/>
                </a:ext>
              </a:extLst>
            </p:cNvPr>
            <p:cNvSpPr/>
            <p:nvPr/>
          </p:nvSpPr>
          <p:spPr>
            <a:xfrm>
              <a:off x="7772400" y="3200400"/>
              <a:ext cx="152400" cy="152400"/>
            </a:xfrm>
            <a:prstGeom prst="ellipse">
              <a:avLst/>
            </a:prstGeom>
            <a:solidFill>
              <a:srgbClr val="7088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8_7">
              <a:extLst>
                <a:ext uri="{FF2B5EF4-FFF2-40B4-BE49-F238E27FC236}">
                  <a16:creationId xmlns:a16="http://schemas.microsoft.com/office/drawing/2014/main" id="{5D7C2060-6111-8DEF-0756-0A9E216E47AF}"/>
                </a:ext>
              </a:extLst>
            </p:cNvPr>
            <p:cNvSpPr txBox="1"/>
            <p:nvPr/>
          </p:nvSpPr>
          <p:spPr>
            <a:xfrm>
              <a:off x="8051800" y="3124199"/>
              <a:ext cx="3429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500">
                  <a:solidFill>
                    <a:srgbClr val="F3F2EE"/>
                  </a:solidFill>
                  <a:latin typeface="Segoe UI Semibold" panose="020B0702040204020203" pitchFamily="34" charset="0"/>
                </a:rPr>
                <a:t>Confident</a:t>
              </a:r>
              <a:r>
                <a:rPr lang="en-US" sz="1500">
                  <a:solidFill>
                    <a:srgbClr val="A8A49C"/>
                  </a:solidFill>
                  <a:latin typeface="Segoe UI" panose="020B0502040204020203" pitchFamily="34" charset="0"/>
                </a:rPr>
                <a:t>  lower and quicker</a:t>
              </a:r>
            </a:p>
          </p:txBody>
        </p:sp>
      </p:grpSp>
      <p:sp>
        <p:nvSpPr>
          <p:cNvPr id="10" name="s8_9">
            <a:extLst>
              <a:ext uri="{FF2B5EF4-FFF2-40B4-BE49-F238E27FC236}">
                <a16:creationId xmlns:a16="http://schemas.microsoft.com/office/drawing/2014/main" id="{0C8360AC-B934-9828-FB28-A3716D051991}"/>
              </a:ext>
            </a:extLst>
          </p:cNvPr>
          <p:cNvSpPr/>
          <p:nvPr/>
        </p:nvSpPr>
        <p:spPr>
          <a:xfrm>
            <a:off x="7772400" y="3632200"/>
            <a:ext cx="152400" cy="152400"/>
          </a:xfrm>
          <a:prstGeom prst="ellipse">
            <a:avLst/>
          </a:prstGeom>
          <a:noFill/>
          <a:ln w="15240" cap="flat" cmpd="sng" algn="ctr">
            <a:solidFill>
              <a:srgbClr val="4A484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8_10">
            <a:extLst>
              <a:ext uri="{FF2B5EF4-FFF2-40B4-BE49-F238E27FC236}">
                <a16:creationId xmlns:a16="http://schemas.microsoft.com/office/drawing/2014/main" id="{4378CA02-BD7E-9086-2020-B7E7B92B2C92}"/>
              </a:ext>
            </a:extLst>
          </p:cNvPr>
          <p:cNvSpPr txBox="1"/>
          <p:nvPr/>
        </p:nvSpPr>
        <p:spPr>
          <a:xfrm>
            <a:off x="8051800" y="3555999"/>
            <a:ext cx="330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>
                <a:solidFill>
                  <a:srgbClr val="75716A"/>
                </a:solidFill>
                <a:latin typeface="Segoe UI" panose="020B0502040204020203" pitchFamily="34" charset="0"/>
              </a:rPr>
              <a:t>Warm</a:t>
            </a:r>
          </a:p>
        </p:txBody>
      </p:sp>
      <p:grpSp>
        <p:nvGrpSpPr>
          <p:cNvPr id="14" name="s8_13">
            <a:extLst>
              <a:ext uri="{FF2B5EF4-FFF2-40B4-BE49-F238E27FC236}">
                <a16:creationId xmlns:a16="http://schemas.microsoft.com/office/drawing/2014/main" id="{965A981E-F95E-EF24-12D0-15083921AAE6}"/>
              </a:ext>
            </a:extLst>
          </p:cNvPr>
          <p:cNvGrpSpPr/>
          <p:nvPr/>
        </p:nvGrpSpPr>
        <p:grpSpPr>
          <a:xfrm>
            <a:off x="7772400" y="3555999"/>
            <a:ext cx="3708400" cy="304800"/>
            <a:chOff x="7772400" y="3555999"/>
            <a:chExt cx="3708400" cy="304800"/>
          </a:xfrm>
        </p:grpSpPr>
        <p:sp>
          <p:nvSpPr>
            <p:cNvPr id="12" name="s8_11">
              <a:extLst>
                <a:ext uri="{FF2B5EF4-FFF2-40B4-BE49-F238E27FC236}">
                  <a16:creationId xmlns:a16="http://schemas.microsoft.com/office/drawing/2014/main" id="{38E84B0C-5DFE-FC29-9325-1001D379CF62}"/>
                </a:ext>
              </a:extLst>
            </p:cNvPr>
            <p:cNvSpPr/>
            <p:nvPr/>
          </p:nvSpPr>
          <p:spPr>
            <a:xfrm>
              <a:off x="7772400" y="3632200"/>
              <a:ext cx="152400" cy="152400"/>
            </a:xfrm>
            <a:prstGeom prst="ellipse">
              <a:avLst/>
            </a:prstGeom>
            <a:solidFill>
              <a:srgbClr val="F0A24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8_12">
              <a:extLst>
                <a:ext uri="{FF2B5EF4-FFF2-40B4-BE49-F238E27FC236}">
                  <a16:creationId xmlns:a16="http://schemas.microsoft.com/office/drawing/2014/main" id="{79D54A50-34DA-C951-4EF0-CD1322E6B3F3}"/>
                </a:ext>
              </a:extLst>
            </p:cNvPr>
            <p:cNvSpPr txBox="1"/>
            <p:nvPr/>
          </p:nvSpPr>
          <p:spPr>
            <a:xfrm>
              <a:off x="8051800" y="3555999"/>
              <a:ext cx="3429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500">
                  <a:solidFill>
                    <a:srgbClr val="F3F2EE"/>
                  </a:solidFill>
                  <a:latin typeface="Segoe UI Semibold" panose="020B0702040204020203" pitchFamily="34" charset="0"/>
                </a:rPr>
                <a:t>Warm</a:t>
              </a:r>
              <a:r>
                <a:rPr lang="en-US" sz="1500">
                  <a:solidFill>
                    <a:srgbClr val="A8A49C"/>
                  </a:solidFill>
                  <a:latin typeface="Segoe UI" panose="020B0502040204020203" pitchFamily="34" charset="0"/>
                </a:rPr>
                <a:t>  brighter and livelier</a:t>
              </a:r>
            </a:p>
          </p:txBody>
        </p:sp>
      </p:grpSp>
      <p:sp>
        <p:nvSpPr>
          <p:cNvPr id="15" name="s8_14">
            <a:extLst>
              <a:ext uri="{FF2B5EF4-FFF2-40B4-BE49-F238E27FC236}">
                <a16:creationId xmlns:a16="http://schemas.microsoft.com/office/drawing/2014/main" id="{9A1E9CED-7DF7-ADC0-65FE-403481303D8E}"/>
              </a:ext>
            </a:extLst>
          </p:cNvPr>
          <p:cNvSpPr/>
          <p:nvPr/>
        </p:nvSpPr>
        <p:spPr>
          <a:xfrm>
            <a:off x="7772400" y="4064000"/>
            <a:ext cx="152400" cy="152400"/>
          </a:xfrm>
          <a:prstGeom prst="ellipse">
            <a:avLst/>
          </a:prstGeom>
          <a:noFill/>
          <a:ln w="15240" cap="flat" cmpd="sng" algn="ctr">
            <a:solidFill>
              <a:srgbClr val="4A484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8_15">
            <a:extLst>
              <a:ext uri="{FF2B5EF4-FFF2-40B4-BE49-F238E27FC236}">
                <a16:creationId xmlns:a16="http://schemas.microsoft.com/office/drawing/2014/main" id="{67AB2D0C-0356-6649-5439-0D424EB7E292}"/>
              </a:ext>
            </a:extLst>
          </p:cNvPr>
          <p:cNvSpPr txBox="1"/>
          <p:nvPr/>
        </p:nvSpPr>
        <p:spPr>
          <a:xfrm>
            <a:off x="8051800" y="3987799"/>
            <a:ext cx="330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>
                <a:solidFill>
                  <a:srgbClr val="75716A"/>
                </a:solidFill>
                <a:latin typeface="Segoe UI" panose="020B0502040204020203" pitchFamily="34" charset="0"/>
              </a:rPr>
              <a:t>Calm</a:t>
            </a:r>
          </a:p>
        </p:txBody>
      </p:sp>
      <p:grpSp>
        <p:nvGrpSpPr>
          <p:cNvPr id="19" name="s8_18">
            <a:extLst>
              <a:ext uri="{FF2B5EF4-FFF2-40B4-BE49-F238E27FC236}">
                <a16:creationId xmlns:a16="http://schemas.microsoft.com/office/drawing/2014/main" id="{2EA93E6E-09DC-5823-03A4-803D9501984A}"/>
              </a:ext>
            </a:extLst>
          </p:cNvPr>
          <p:cNvGrpSpPr/>
          <p:nvPr/>
        </p:nvGrpSpPr>
        <p:grpSpPr>
          <a:xfrm>
            <a:off x="7772400" y="3987799"/>
            <a:ext cx="3708400" cy="304800"/>
            <a:chOff x="7772400" y="3987799"/>
            <a:chExt cx="3708400" cy="304800"/>
          </a:xfrm>
        </p:grpSpPr>
        <p:sp>
          <p:nvSpPr>
            <p:cNvPr id="17" name="s8_16">
              <a:extLst>
                <a:ext uri="{FF2B5EF4-FFF2-40B4-BE49-F238E27FC236}">
                  <a16:creationId xmlns:a16="http://schemas.microsoft.com/office/drawing/2014/main" id="{0C1AE48E-DC89-9254-4304-FF080A5785F6}"/>
                </a:ext>
              </a:extLst>
            </p:cNvPr>
            <p:cNvSpPr/>
            <p:nvPr/>
          </p:nvSpPr>
          <p:spPr>
            <a:xfrm>
              <a:off x="7772400" y="4064000"/>
              <a:ext cx="152400" cy="152400"/>
            </a:xfrm>
            <a:prstGeom prst="ellipse">
              <a:avLst/>
            </a:prstGeom>
            <a:solidFill>
              <a:srgbClr val="4CC2A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s8_17">
              <a:extLst>
                <a:ext uri="{FF2B5EF4-FFF2-40B4-BE49-F238E27FC236}">
                  <a16:creationId xmlns:a16="http://schemas.microsoft.com/office/drawing/2014/main" id="{C0EFEB62-9CF2-3AF1-22EF-9D6A06E923C7}"/>
                </a:ext>
              </a:extLst>
            </p:cNvPr>
            <p:cNvSpPr txBox="1"/>
            <p:nvPr/>
          </p:nvSpPr>
          <p:spPr>
            <a:xfrm>
              <a:off x="8051800" y="3987799"/>
              <a:ext cx="3429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500">
                  <a:solidFill>
                    <a:srgbClr val="F3F2EE"/>
                  </a:solidFill>
                  <a:latin typeface="Segoe UI Semibold" panose="020B0702040204020203" pitchFamily="34" charset="0"/>
                </a:rPr>
                <a:t>Calm</a:t>
              </a:r>
              <a:r>
                <a:rPr lang="en-US" sz="1500">
                  <a:solidFill>
                    <a:srgbClr val="A8A49C"/>
                  </a:solidFill>
                  <a:latin typeface="Segoe UI" panose="020B0502040204020203" pitchFamily="34" charset="0"/>
                </a:rPr>
                <a:t>  slower and steadier</a:t>
              </a:r>
            </a:p>
          </p:txBody>
        </p:sp>
      </p:grpSp>
      <p:sp>
        <p:nvSpPr>
          <p:cNvPr id="20" name="s8_19">
            <a:extLst>
              <a:ext uri="{FF2B5EF4-FFF2-40B4-BE49-F238E27FC236}">
                <a16:creationId xmlns:a16="http://schemas.microsoft.com/office/drawing/2014/main" id="{33EAA302-531B-98CE-E534-777702C484E6}"/>
              </a:ext>
            </a:extLst>
          </p:cNvPr>
          <p:cNvSpPr txBox="1"/>
          <p:nvPr/>
        </p:nvSpPr>
        <p:spPr>
          <a:xfrm>
            <a:off x="7772400" y="4673599"/>
            <a:ext cx="3708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>
                <a:solidFill>
                  <a:srgbClr val="A8A49C"/>
                </a:solidFill>
                <a:latin typeface="Segoe UI" panose="020B0502040204020203" pitchFamily="34" charset="0"/>
              </a:rPr>
              <a:t>Pitch and pace of your own recording. Your voice is untouched.</a:t>
            </a:r>
          </a:p>
        </p:txBody>
      </p:sp>
      <p:sp>
        <p:nvSpPr>
          <p:cNvPr id="21" name="s8_20">
            <a:extLst>
              <a:ext uri="{FF2B5EF4-FFF2-40B4-BE49-F238E27FC236}">
                <a16:creationId xmlns:a16="http://schemas.microsoft.com/office/drawing/2014/main" id="{7ED7E9BC-C10E-763C-36DE-A28ECBEDD32B}"/>
              </a:ext>
            </a:extLst>
          </p:cNvPr>
          <p:cNvSpPr txBox="1"/>
          <p:nvPr/>
        </p:nvSpPr>
        <p:spPr>
          <a:xfrm>
            <a:off x="7772400" y="5334000"/>
            <a:ext cx="3708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about 0.1 s per preset</a:t>
            </a:r>
          </a:p>
        </p:txBody>
      </p:sp>
    </p:spTree>
    <p:extLst>
      <p:ext uri="{BB962C8B-B14F-4D97-AF65-F5344CB8AC3E}">
        <p14:creationId xmlns:p14="http://schemas.microsoft.com/office/powerpoint/2010/main" val="6563942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100000">
                <p:cTn id="2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9_1">
            <a:extLst>
              <a:ext uri="{FF2B5EF4-FFF2-40B4-BE49-F238E27FC236}">
                <a16:creationId xmlns:a16="http://schemas.microsoft.com/office/drawing/2014/main" id="{ACA0FF64-D749-1E5F-26E1-C9B02433C943}"/>
              </a:ext>
            </a:extLst>
          </p:cNvPr>
          <p:cNvSpPr txBox="1"/>
          <p:nvPr/>
        </p:nvSpPr>
        <p:spPr>
          <a:xfrm>
            <a:off x="914400" y="3429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UNEDITED SCREEN RECORDING</a:t>
            </a:r>
          </a:p>
        </p:txBody>
      </p:sp>
      <p:sp>
        <p:nvSpPr>
          <p:cNvPr id="3" name="s9_2">
            <a:extLst>
              <a:ext uri="{FF2B5EF4-FFF2-40B4-BE49-F238E27FC236}">
                <a16:creationId xmlns:a16="http://schemas.microsoft.com/office/drawing/2014/main" id="{74AA7D12-F6A5-78F0-EAB9-27E84B550848}"/>
              </a:ext>
            </a:extLst>
          </p:cNvPr>
          <p:cNvSpPr txBox="1"/>
          <p:nvPr/>
        </p:nvSpPr>
        <p:spPr>
          <a:xfrm>
            <a:off x="7467600" y="342900"/>
            <a:ext cx="381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>
                <a:solidFill>
                  <a:srgbClr val="75716A"/>
                </a:solidFill>
                <a:latin typeface="Segoe UI" panose="020B0502040204020203" pitchFamily="34" charset="0"/>
              </a:rPr>
              <a:t>Ctrl+Voice in Discord</a:t>
            </a:r>
          </a:p>
        </p:txBody>
      </p:sp>
      <p:sp>
        <p:nvSpPr>
          <p:cNvPr id="4" name="s9_3">
            <a:extLst>
              <a:ext uri="{FF2B5EF4-FFF2-40B4-BE49-F238E27FC236}">
                <a16:creationId xmlns:a16="http://schemas.microsoft.com/office/drawing/2014/main" id="{0230B179-C5E0-5235-5E2B-D5C3B585CCE0}"/>
              </a:ext>
            </a:extLst>
          </p:cNvPr>
          <p:cNvSpPr/>
          <p:nvPr/>
        </p:nvSpPr>
        <p:spPr>
          <a:xfrm>
            <a:off x="914400" y="736600"/>
            <a:ext cx="10363200" cy="5829300"/>
          </a:xfrm>
          <a:prstGeom prst="roundRect">
            <a:avLst>
              <a:gd name="adj" fmla="val 3922"/>
            </a:avLst>
          </a:prstGeom>
          <a:solidFill>
            <a:srgbClr val="201F1E"/>
          </a:solidFill>
          <a:ln w="15875">
            <a:solidFill>
              <a:srgbClr val="75716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9_5">
            <a:extLst>
              <a:ext uri="{FF2B5EF4-FFF2-40B4-BE49-F238E27FC236}">
                <a16:creationId xmlns:a16="http://schemas.microsoft.com/office/drawing/2014/main" id="{713C4F5B-AA1B-8E37-B1F3-4C9F5710AB96}"/>
              </a:ext>
            </a:extLst>
          </p:cNvPr>
          <p:cNvSpPr/>
          <p:nvPr/>
        </p:nvSpPr>
        <p:spPr>
          <a:xfrm>
            <a:off x="5400342" y="2489200"/>
            <a:ext cx="1391316" cy="304800"/>
          </a:xfrm>
          <a:prstGeom prst="roundRect">
            <a:avLst>
              <a:gd name="adj" fmla="val 50000"/>
            </a:avLst>
          </a:prstGeom>
          <a:solidFill>
            <a:srgbClr val="F0A7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9_6">
            <a:extLst>
              <a:ext uri="{FF2B5EF4-FFF2-40B4-BE49-F238E27FC236}">
                <a16:creationId xmlns:a16="http://schemas.microsoft.com/office/drawing/2014/main" id="{D66E71A0-0D78-D515-FB5C-B99A76E0CB12}"/>
              </a:ext>
            </a:extLst>
          </p:cNvPr>
          <p:cNvSpPr txBox="1"/>
          <p:nvPr/>
        </p:nvSpPr>
        <p:spPr>
          <a:xfrm>
            <a:off x="5400342" y="2489199"/>
            <a:ext cx="1391316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spc="160">
                <a:solidFill>
                  <a:srgbClr val="171716"/>
                </a:solidFill>
                <a:latin typeface="Segoe UI Semibold" panose="020B0702040204020203" pitchFamily="34" charset="0"/>
              </a:rPr>
              <a:t>PLACEHOLDER</a:t>
            </a:r>
          </a:p>
        </p:txBody>
      </p:sp>
      <p:sp>
        <p:nvSpPr>
          <p:cNvPr id="8" name="s9_7">
            <a:extLst>
              <a:ext uri="{FF2B5EF4-FFF2-40B4-BE49-F238E27FC236}">
                <a16:creationId xmlns:a16="http://schemas.microsoft.com/office/drawing/2014/main" id="{2E47C00F-5EA3-51CF-D88E-5E78A9ECE1D9}"/>
              </a:ext>
            </a:extLst>
          </p:cNvPr>
          <p:cNvSpPr txBox="1"/>
          <p:nvPr/>
        </p:nvSpPr>
        <p:spPr>
          <a:xfrm>
            <a:off x="1549400" y="2997199"/>
            <a:ext cx="9093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3000">
                <a:solidFill>
                  <a:srgbClr val="A8A49C"/>
                </a:solidFill>
                <a:latin typeface="Sitka Display" pitchFamily="2" charset="0"/>
              </a:rPr>
              <a:t>Real screen recording goes here</a:t>
            </a:r>
          </a:p>
        </p:txBody>
      </p:sp>
      <p:sp>
        <p:nvSpPr>
          <p:cNvPr id="9" name="s9_8">
            <a:extLst>
              <a:ext uri="{FF2B5EF4-FFF2-40B4-BE49-F238E27FC236}">
                <a16:creationId xmlns:a16="http://schemas.microsoft.com/office/drawing/2014/main" id="{752817CA-D305-FBA1-9421-29BFB68941F3}"/>
              </a:ext>
            </a:extLst>
          </p:cNvPr>
          <p:cNvSpPr txBox="1"/>
          <p:nvPr/>
        </p:nvSpPr>
        <p:spPr>
          <a:xfrm>
            <a:off x="2184400" y="3708399"/>
            <a:ext cx="78232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400">
                <a:solidFill>
                  <a:srgbClr val="75716A"/>
                </a:solidFill>
                <a:latin typeface="Segoe UI" panose="020B0502040204020203" pitchFamily="34" charset="0"/>
              </a:rPr>
              <a:t>Ctrl+Voice in Discord (Vesktop): press Alt+`, talk, say “scratch that”, press Alt+` again, the message arrives. Then open it in the editor.</a:t>
            </a:r>
          </a:p>
        </p:txBody>
      </p:sp>
      <p:sp>
        <p:nvSpPr>
          <p:cNvPr id="10" name="s9_9">
            <a:extLst>
              <a:ext uri="{FF2B5EF4-FFF2-40B4-BE49-F238E27FC236}">
                <a16:creationId xmlns:a16="http://schemas.microsoft.com/office/drawing/2014/main" id="{FAA0EECF-397D-4BA5-06EA-AB935E234CCD}"/>
              </a:ext>
            </a:extLst>
          </p:cNvPr>
          <p:cNvSpPr txBox="1"/>
          <p:nvPr/>
        </p:nvSpPr>
        <p:spPr>
          <a:xfrm>
            <a:off x="2184400" y="4470400"/>
            <a:ext cx="7823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Save it as media/screen.mp4 and rebuild (SWAP.md).</a:t>
            </a:r>
          </a:p>
        </p:txBody>
      </p:sp>
    </p:spTree>
    <p:extLst>
      <p:ext uri="{BB962C8B-B14F-4D97-AF65-F5344CB8AC3E}">
        <p14:creationId xmlns:p14="http://schemas.microsoft.com/office/powerpoint/2010/main" val="78631445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_1">
            <a:extLst>
              <a:ext uri="{FF2B5EF4-FFF2-40B4-BE49-F238E27FC236}">
                <a16:creationId xmlns:a16="http://schemas.microsoft.com/office/drawing/2014/main" id="{DEFC35CD-D913-A518-578C-BDF7B997ABAA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HOW IT WORKS</a:t>
            </a:r>
          </a:p>
        </p:txBody>
      </p:sp>
      <p:sp>
        <p:nvSpPr>
          <p:cNvPr id="3" name="s10_2">
            <a:extLst>
              <a:ext uri="{FF2B5EF4-FFF2-40B4-BE49-F238E27FC236}">
                <a16:creationId xmlns:a16="http://schemas.microsoft.com/office/drawing/2014/main" id="{7EFEC615-0C70-985B-D869-5FE9DCD4FBEA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600">
                <a:solidFill>
                  <a:srgbClr val="F3F2EE"/>
                </a:solidFill>
                <a:latin typeface="Sitka Display" pitchFamily="2" charset="0"/>
              </a:rPr>
              <a:t>Three paths, one rule: cut first.</a:t>
            </a:r>
          </a:p>
        </p:txBody>
      </p:sp>
      <p:grpSp>
        <p:nvGrpSpPr>
          <p:cNvPr id="18" name="s10_17">
            <a:extLst>
              <a:ext uri="{FF2B5EF4-FFF2-40B4-BE49-F238E27FC236}">
                <a16:creationId xmlns:a16="http://schemas.microsoft.com/office/drawing/2014/main" id="{4E984CAE-8BE1-5E4D-470D-9A76E21FC09B}"/>
              </a:ext>
            </a:extLst>
          </p:cNvPr>
          <p:cNvGrpSpPr/>
          <p:nvPr/>
        </p:nvGrpSpPr>
        <p:grpSpPr>
          <a:xfrm>
            <a:off x="711200" y="1625600"/>
            <a:ext cx="10744200" cy="1168400"/>
            <a:chOff x="711200" y="1625600"/>
            <a:chExt cx="10744200" cy="1168400"/>
          </a:xfrm>
        </p:grpSpPr>
        <p:sp>
          <p:nvSpPr>
            <p:cNvPr id="4" name="s10_3">
              <a:extLst>
                <a:ext uri="{FF2B5EF4-FFF2-40B4-BE49-F238E27FC236}">
                  <a16:creationId xmlns:a16="http://schemas.microsoft.com/office/drawing/2014/main" id="{BAD53A99-574D-4990-EED0-E4CF39889C02}"/>
                </a:ext>
              </a:extLst>
            </p:cNvPr>
            <p:cNvSpPr/>
            <p:nvPr/>
          </p:nvSpPr>
          <p:spPr>
            <a:xfrm>
              <a:off x="711200" y="1854200"/>
              <a:ext cx="127000" cy="127000"/>
            </a:xfrm>
            <a:prstGeom prst="ellipse">
              <a:avLst/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10_4">
              <a:extLst>
                <a:ext uri="{FF2B5EF4-FFF2-40B4-BE49-F238E27FC236}">
                  <a16:creationId xmlns:a16="http://schemas.microsoft.com/office/drawing/2014/main" id="{627C7CED-1C84-3CA0-A36B-58BE8B06DA15}"/>
                </a:ext>
              </a:extLst>
            </p:cNvPr>
            <p:cNvSpPr txBox="1"/>
            <p:nvPr/>
          </p:nvSpPr>
          <p:spPr>
            <a:xfrm>
              <a:off x="939800" y="1765299"/>
              <a:ext cx="1778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50" spc="140">
                  <a:solidFill>
                    <a:srgbClr val="F3F2EE"/>
                  </a:solidFill>
                  <a:latin typeface="Segoe UI Semibold" panose="020B0702040204020203" pitchFamily="34" charset="0"/>
                </a:rPr>
                <a:t>LIVE</a:t>
              </a:r>
            </a:p>
          </p:txBody>
        </p:sp>
        <p:sp>
          <p:nvSpPr>
            <p:cNvPr id="6" name="s10_5">
              <a:extLst>
                <a:ext uri="{FF2B5EF4-FFF2-40B4-BE49-F238E27FC236}">
                  <a16:creationId xmlns:a16="http://schemas.microsoft.com/office/drawing/2014/main" id="{39590F52-FC13-FE57-9F6D-78636725B67E}"/>
                </a:ext>
              </a:extLst>
            </p:cNvPr>
            <p:cNvSpPr txBox="1"/>
            <p:nvPr/>
          </p:nvSpPr>
          <p:spPr>
            <a:xfrm>
              <a:off x="939800" y="2044700"/>
              <a:ext cx="1778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while you talk</a:t>
              </a:r>
            </a:p>
          </p:txBody>
        </p:sp>
        <p:sp>
          <p:nvSpPr>
            <p:cNvPr id="7" name="s10_6">
              <a:extLst>
                <a:ext uri="{FF2B5EF4-FFF2-40B4-BE49-F238E27FC236}">
                  <a16:creationId xmlns:a16="http://schemas.microsoft.com/office/drawing/2014/main" id="{66EA9A72-7678-9117-8BBB-DD456CA3F203}"/>
                </a:ext>
              </a:extLst>
            </p:cNvPr>
            <p:cNvSpPr/>
            <p:nvPr/>
          </p:nvSpPr>
          <p:spPr>
            <a:xfrm>
              <a:off x="2717800" y="16256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10_7">
              <a:extLst>
                <a:ext uri="{FF2B5EF4-FFF2-40B4-BE49-F238E27FC236}">
                  <a16:creationId xmlns:a16="http://schemas.microsoft.com/office/drawing/2014/main" id="{293A2612-1771-F16D-ABDE-06035AABFC7B}"/>
                </a:ext>
              </a:extLst>
            </p:cNvPr>
            <p:cNvSpPr txBox="1"/>
            <p:nvPr/>
          </p:nvSpPr>
          <p:spPr>
            <a:xfrm>
              <a:off x="2870200" y="17525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Mic stream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24 kHz audio to the engine</a:t>
              </a:r>
            </a:p>
          </p:txBody>
        </p:sp>
        <p:sp>
          <p:nvSpPr>
            <p:cNvPr id="9" name="s10_8">
              <a:extLst>
                <a:ext uri="{FF2B5EF4-FFF2-40B4-BE49-F238E27FC236}">
                  <a16:creationId xmlns:a16="http://schemas.microsoft.com/office/drawing/2014/main" id="{00F71AB5-1737-B448-325E-4EF0E811C9AB}"/>
                </a:ext>
              </a:extLst>
            </p:cNvPr>
            <p:cNvSpPr/>
            <p:nvPr/>
          </p:nvSpPr>
          <p:spPr>
            <a:xfrm>
              <a:off x="4965700" y="16256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s10_9">
              <a:extLst>
                <a:ext uri="{FF2B5EF4-FFF2-40B4-BE49-F238E27FC236}">
                  <a16:creationId xmlns:a16="http://schemas.microsoft.com/office/drawing/2014/main" id="{29020F3C-3DB1-205E-8FA5-A7F73C7868BC}"/>
                </a:ext>
              </a:extLst>
            </p:cNvPr>
            <p:cNvSpPr txBox="1"/>
            <p:nvPr/>
          </p:nvSpPr>
          <p:spPr>
            <a:xfrm>
              <a:off x="5118100" y="17525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Whisper large-v3-turbo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re-transcribes about once a second</a:t>
              </a:r>
            </a:p>
          </p:txBody>
        </p:sp>
        <p:cxnSp>
          <p:nvCxnSpPr>
            <p:cNvPr id="11" name="s10_10">
              <a:extLst>
                <a:ext uri="{FF2B5EF4-FFF2-40B4-BE49-F238E27FC236}">
                  <a16:creationId xmlns:a16="http://schemas.microsoft.com/office/drawing/2014/main" id="{730E089B-6672-71D2-B5FD-80D2E268DED9}"/>
                </a:ext>
              </a:extLst>
            </p:cNvPr>
            <p:cNvCxnSpPr/>
            <p:nvPr/>
          </p:nvCxnSpPr>
          <p:spPr>
            <a:xfrm>
              <a:off x="4749800" y="22098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s10_11">
              <a:extLst>
                <a:ext uri="{FF2B5EF4-FFF2-40B4-BE49-F238E27FC236}">
                  <a16:creationId xmlns:a16="http://schemas.microsoft.com/office/drawing/2014/main" id="{4739A1F9-2E5F-415D-F616-E22B8DE4C7D2}"/>
                </a:ext>
              </a:extLst>
            </p:cNvPr>
            <p:cNvSpPr/>
            <p:nvPr/>
          </p:nvSpPr>
          <p:spPr>
            <a:xfrm>
              <a:off x="7213600" y="16256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10_12">
              <a:extLst>
                <a:ext uri="{FF2B5EF4-FFF2-40B4-BE49-F238E27FC236}">
                  <a16:creationId xmlns:a16="http://schemas.microsoft.com/office/drawing/2014/main" id="{1455CF26-942D-E0CD-9F02-63D35B6837EC}"/>
                </a:ext>
              </a:extLst>
            </p:cNvPr>
            <p:cNvSpPr txBox="1"/>
            <p:nvPr/>
          </p:nvSpPr>
          <p:spPr>
            <a:xfrm>
              <a:off x="7366000" y="17525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Forced aligner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wav2vec2 re-times every word</a:t>
              </a:r>
            </a:p>
          </p:txBody>
        </p:sp>
        <p:cxnSp>
          <p:nvCxnSpPr>
            <p:cNvPr id="14" name="s10_13">
              <a:extLst>
                <a:ext uri="{FF2B5EF4-FFF2-40B4-BE49-F238E27FC236}">
                  <a16:creationId xmlns:a16="http://schemas.microsoft.com/office/drawing/2014/main" id="{6AFB6C15-3A7D-C320-85CC-DB4F71872F5B}"/>
                </a:ext>
              </a:extLst>
            </p:cNvPr>
            <p:cNvCxnSpPr/>
            <p:nvPr/>
          </p:nvCxnSpPr>
          <p:spPr>
            <a:xfrm>
              <a:off x="6997700" y="22098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s10_14">
              <a:extLst>
                <a:ext uri="{FF2B5EF4-FFF2-40B4-BE49-F238E27FC236}">
                  <a16:creationId xmlns:a16="http://schemas.microsoft.com/office/drawing/2014/main" id="{E082147A-2F81-2AA4-38DF-F1C0987D3C4E}"/>
                </a:ext>
              </a:extLst>
            </p:cNvPr>
            <p:cNvSpPr/>
            <p:nvPr/>
          </p:nvSpPr>
          <p:spPr>
            <a:xfrm>
              <a:off x="9461500" y="16256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s10_15">
              <a:extLst>
                <a:ext uri="{FF2B5EF4-FFF2-40B4-BE49-F238E27FC236}">
                  <a16:creationId xmlns:a16="http://schemas.microsoft.com/office/drawing/2014/main" id="{BBA11340-E712-8487-69B0-3635D7B7C1DE}"/>
                </a:ext>
              </a:extLst>
            </p:cNvPr>
            <p:cNvSpPr txBox="1"/>
            <p:nvPr/>
          </p:nvSpPr>
          <p:spPr>
            <a:xfrm>
              <a:off x="9613900" y="17525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Undo / “scratch that”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an LLM picks where the thought began</a:t>
              </a:r>
            </a:p>
          </p:txBody>
        </p:sp>
        <p:cxnSp>
          <p:nvCxnSpPr>
            <p:cNvPr id="17" name="s10_16">
              <a:extLst>
                <a:ext uri="{FF2B5EF4-FFF2-40B4-BE49-F238E27FC236}">
                  <a16:creationId xmlns:a16="http://schemas.microsoft.com/office/drawing/2014/main" id="{B57C68A7-6738-B073-425A-D1927BFC79FB}"/>
                </a:ext>
              </a:extLst>
            </p:cNvPr>
            <p:cNvCxnSpPr/>
            <p:nvPr/>
          </p:nvCxnSpPr>
          <p:spPr>
            <a:xfrm>
              <a:off x="9245600" y="22098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s10_32">
            <a:extLst>
              <a:ext uri="{FF2B5EF4-FFF2-40B4-BE49-F238E27FC236}">
                <a16:creationId xmlns:a16="http://schemas.microsoft.com/office/drawing/2014/main" id="{28A4394D-53F8-553B-5CBB-1FA6A56E6CD0}"/>
              </a:ext>
            </a:extLst>
          </p:cNvPr>
          <p:cNvGrpSpPr/>
          <p:nvPr/>
        </p:nvGrpSpPr>
        <p:grpSpPr>
          <a:xfrm>
            <a:off x="711200" y="3124200"/>
            <a:ext cx="10744200" cy="1168400"/>
            <a:chOff x="711200" y="3124200"/>
            <a:chExt cx="10744200" cy="1168400"/>
          </a:xfrm>
        </p:grpSpPr>
        <p:sp>
          <p:nvSpPr>
            <p:cNvPr id="19" name="s10_18">
              <a:extLst>
                <a:ext uri="{FF2B5EF4-FFF2-40B4-BE49-F238E27FC236}">
                  <a16:creationId xmlns:a16="http://schemas.microsoft.com/office/drawing/2014/main" id="{951BF0AA-C9D9-27D7-34B9-4DBCEFF386B7}"/>
                </a:ext>
              </a:extLst>
            </p:cNvPr>
            <p:cNvSpPr/>
            <p:nvPr/>
          </p:nvSpPr>
          <p:spPr>
            <a:xfrm>
              <a:off x="711200" y="3352800"/>
              <a:ext cx="127000" cy="127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10_19">
              <a:extLst>
                <a:ext uri="{FF2B5EF4-FFF2-40B4-BE49-F238E27FC236}">
                  <a16:creationId xmlns:a16="http://schemas.microsoft.com/office/drawing/2014/main" id="{91597AC7-B07F-9143-12EA-35C4AA582948}"/>
                </a:ext>
              </a:extLst>
            </p:cNvPr>
            <p:cNvSpPr txBox="1"/>
            <p:nvPr/>
          </p:nvSpPr>
          <p:spPr>
            <a:xfrm>
              <a:off x="939800" y="3263899"/>
              <a:ext cx="1778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50" spc="140">
                  <a:solidFill>
                    <a:srgbClr val="F3F2EE"/>
                  </a:solidFill>
                  <a:latin typeface="Segoe UI Semibold" panose="020B0702040204020203" pitchFamily="34" charset="0"/>
                </a:rPr>
                <a:t>CLEAN</a:t>
              </a:r>
            </a:p>
          </p:txBody>
        </p:sp>
        <p:sp>
          <p:nvSpPr>
            <p:cNvPr id="21" name="s10_20">
              <a:extLst>
                <a:ext uri="{FF2B5EF4-FFF2-40B4-BE49-F238E27FC236}">
                  <a16:creationId xmlns:a16="http://schemas.microsoft.com/office/drawing/2014/main" id="{01A0FAE1-595C-AA7A-FD64-3B4CC5505FDA}"/>
                </a:ext>
              </a:extLst>
            </p:cNvPr>
            <p:cNvSpPr txBox="1"/>
            <p:nvPr/>
          </p:nvSpPr>
          <p:spPr>
            <a:xfrm>
              <a:off x="939800" y="3543300"/>
              <a:ext cx="1778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when you stop</a:t>
              </a:r>
            </a:p>
          </p:txBody>
        </p:sp>
        <p:sp>
          <p:nvSpPr>
            <p:cNvPr id="22" name="s10_21">
              <a:extLst>
                <a:ext uri="{FF2B5EF4-FFF2-40B4-BE49-F238E27FC236}">
                  <a16:creationId xmlns:a16="http://schemas.microsoft.com/office/drawing/2014/main" id="{854CB7C9-81EC-4EF0-B621-B3906DE38AE0}"/>
                </a:ext>
              </a:extLst>
            </p:cNvPr>
            <p:cNvSpPr/>
            <p:nvPr/>
          </p:nvSpPr>
          <p:spPr>
            <a:xfrm>
              <a:off x="2717800" y="31242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10_22">
              <a:extLst>
                <a:ext uri="{FF2B5EF4-FFF2-40B4-BE49-F238E27FC236}">
                  <a16:creationId xmlns:a16="http://schemas.microsoft.com/office/drawing/2014/main" id="{2CE1A3EA-8D39-F872-41F7-86CFF052F4DF}"/>
                </a:ext>
              </a:extLst>
            </p:cNvPr>
            <p:cNvSpPr txBox="1"/>
            <p:nvPr/>
          </p:nvSpPr>
          <p:spPr>
            <a:xfrm>
              <a:off x="2870200" y="32511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Qwen3.6-35B-A3B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marks fillers, corrections, scratched thoughts</a:t>
              </a:r>
            </a:p>
          </p:txBody>
        </p:sp>
        <p:sp>
          <p:nvSpPr>
            <p:cNvPr id="24" name="s10_23">
              <a:extLst>
                <a:ext uri="{FF2B5EF4-FFF2-40B4-BE49-F238E27FC236}">
                  <a16:creationId xmlns:a16="http://schemas.microsoft.com/office/drawing/2014/main" id="{6062B798-EE20-BCB5-9F4D-A13878934F14}"/>
                </a:ext>
              </a:extLst>
            </p:cNvPr>
            <p:cNvSpPr/>
            <p:nvPr/>
          </p:nvSpPr>
          <p:spPr>
            <a:xfrm>
              <a:off x="4965700" y="31242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10_24">
              <a:extLst>
                <a:ext uri="{FF2B5EF4-FFF2-40B4-BE49-F238E27FC236}">
                  <a16:creationId xmlns:a16="http://schemas.microsoft.com/office/drawing/2014/main" id="{F261FE5A-B96C-BC11-75DC-6CC0CC6DCF01}"/>
                </a:ext>
              </a:extLst>
            </p:cNvPr>
            <p:cNvSpPr txBox="1"/>
            <p:nvPr/>
          </p:nvSpPr>
          <p:spPr>
            <a:xfrm>
              <a:off x="5118100" y="32511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Rule checks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delete-only; numbers, dates, “not” protected</a:t>
              </a:r>
            </a:p>
          </p:txBody>
        </p:sp>
        <p:cxnSp>
          <p:nvCxnSpPr>
            <p:cNvPr id="26" name="s10_25">
              <a:extLst>
                <a:ext uri="{FF2B5EF4-FFF2-40B4-BE49-F238E27FC236}">
                  <a16:creationId xmlns:a16="http://schemas.microsoft.com/office/drawing/2014/main" id="{03A58E1F-0695-F012-8B54-5E107A8E8C42}"/>
                </a:ext>
              </a:extLst>
            </p:cNvPr>
            <p:cNvCxnSpPr/>
            <p:nvPr/>
          </p:nvCxnSpPr>
          <p:spPr>
            <a:xfrm>
              <a:off x="4749800" y="37084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s10_26">
              <a:extLst>
                <a:ext uri="{FF2B5EF4-FFF2-40B4-BE49-F238E27FC236}">
                  <a16:creationId xmlns:a16="http://schemas.microsoft.com/office/drawing/2014/main" id="{523A0363-0BF8-6867-F281-3EFF6392AF51}"/>
                </a:ext>
              </a:extLst>
            </p:cNvPr>
            <p:cNvSpPr/>
            <p:nvPr/>
          </p:nvSpPr>
          <p:spPr>
            <a:xfrm>
              <a:off x="7213600" y="31242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10_27">
              <a:extLst>
                <a:ext uri="{FF2B5EF4-FFF2-40B4-BE49-F238E27FC236}">
                  <a16:creationId xmlns:a16="http://schemas.microsoft.com/office/drawing/2014/main" id="{B92F6711-8BE9-8F90-3803-65A0E5E14A72}"/>
                </a:ext>
              </a:extLst>
            </p:cNvPr>
            <p:cNvSpPr txBox="1"/>
            <p:nvPr/>
          </p:nvSpPr>
          <p:spPr>
            <a:xfrm>
              <a:off x="7366000" y="32511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Render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cuts at the quietest point, 12 ms crossfades</a:t>
              </a:r>
            </a:p>
          </p:txBody>
        </p:sp>
        <p:cxnSp>
          <p:nvCxnSpPr>
            <p:cNvPr id="29" name="s10_28">
              <a:extLst>
                <a:ext uri="{FF2B5EF4-FFF2-40B4-BE49-F238E27FC236}">
                  <a16:creationId xmlns:a16="http://schemas.microsoft.com/office/drawing/2014/main" id="{46188E4B-DB49-FCE5-7B71-31BE8BDC8521}"/>
                </a:ext>
              </a:extLst>
            </p:cNvPr>
            <p:cNvCxnSpPr/>
            <p:nvPr/>
          </p:nvCxnSpPr>
          <p:spPr>
            <a:xfrm>
              <a:off x="6997700" y="37084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s10_29">
              <a:extLst>
                <a:ext uri="{FF2B5EF4-FFF2-40B4-BE49-F238E27FC236}">
                  <a16:creationId xmlns:a16="http://schemas.microsoft.com/office/drawing/2014/main" id="{3BCEFA76-5891-CB21-1CF9-6E08F3DCF7C4}"/>
                </a:ext>
              </a:extLst>
            </p:cNvPr>
            <p:cNvSpPr/>
            <p:nvPr/>
          </p:nvSpPr>
          <p:spPr>
            <a:xfrm>
              <a:off x="9461500" y="31242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s10_30">
              <a:extLst>
                <a:ext uri="{FF2B5EF4-FFF2-40B4-BE49-F238E27FC236}">
                  <a16:creationId xmlns:a16="http://schemas.microsoft.com/office/drawing/2014/main" id="{7282CBE0-0280-EE3D-B07D-9DDD5CD0332E}"/>
                </a:ext>
              </a:extLst>
            </p:cNvPr>
            <p:cNvSpPr txBox="1"/>
            <p:nvPr/>
          </p:nvSpPr>
          <p:spPr>
            <a:xfrm>
              <a:off x="9613900" y="32511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Send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pasted into the chat you were in</a:t>
              </a:r>
            </a:p>
          </p:txBody>
        </p:sp>
        <p:cxnSp>
          <p:nvCxnSpPr>
            <p:cNvPr id="32" name="s10_31">
              <a:extLst>
                <a:ext uri="{FF2B5EF4-FFF2-40B4-BE49-F238E27FC236}">
                  <a16:creationId xmlns:a16="http://schemas.microsoft.com/office/drawing/2014/main" id="{3F8C2043-7B18-4178-77C6-D79A89172E16}"/>
                </a:ext>
              </a:extLst>
            </p:cNvPr>
            <p:cNvCxnSpPr/>
            <p:nvPr/>
          </p:nvCxnSpPr>
          <p:spPr>
            <a:xfrm>
              <a:off x="9245600" y="37084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s10_47">
            <a:extLst>
              <a:ext uri="{FF2B5EF4-FFF2-40B4-BE49-F238E27FC236}">
                <a16:creationId xmlns:a16="http://schemas.microsoft.com/office/drawing/2014/main" id="{B817E9EA-CB44-14EE-E0FC-70A1C2FA6E4E}"/>
              </a:ext>
            </a:extLst>
          </p:cNvPr>
          <p:cNvGrpSpPr/>
          <p:nvPr/>
        </p:nvGrpSpPr>
        <p:grpSpPr>
          <a:xfrm>
            <a:off x="711200" y="4622800"/>
            <a:ext cx="10744200" cy="1168400"/>
            <a:chOff x="711200" y="4622800"/>
            <a:chExt cx="10744200" cy="1168400"/>
          </a:xfrm>
        </p:grpSpPr>
        <p:sp>
          <p:nvSpPr>
            <p:cNvPr id="34" name="s10_33">
              <a:extLst>
                <a:ext uri="{FF2B5EF4-FFF2-40B4-BE49-F238E27FC236}">
                  <a16:creationId xmlns:a16="http://schemas.microsoft.com/office/drawing/2014/main" id="{9C5FDCD4-813B-EA74-32CE-FF87EA03323E}"/>
                </a:ext>
              </a:extLst>
            </p:cNvPr>
            <p:cNvSpPr/>
            <p:nvPr/>
          </p:nvSpPr>
          <p:spPr>
            <a:xfrm>
              <a:off x="711200" y="4851400"/>
              <a:ext cx="127000" cy="127000"/>
            </a:xfrm>
            <a:prstGeom prst="ellipse">
              <a:avLst/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10_34">
              <a:extLst>
                <a:ext uri="{FF2B5EF4-FFF2-40B4-BE49-F238E27FC236}">
                  <a16:creationId xmlns:a16="http://schemas.microsoft.com/office/drawing/2014/main" id="{45E2D47B-9234-A8B1-051D-E12896D8D79D}"/>
                </a:ext>
              </a:extLst>
            </p:cNvPr>
            <p:cNvSpPr txBox="1"/>
            <p:nvPr/>
          </p:nvSpPr>
          <p:spPr>
            <a:xfrm>
              <a:off x="939800" y="4762499"/>
              <a:ext cx="1778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50" spc="140">
                  <a:solidFill>
                    <a:srgbClr val="F3F2EE"/>
                  </a:solidFill>
                  <a:latin typeface="Segoe UI Semibold" panose="020B0702040204020203" pitchFamily="34" charset="0"/>
                </a:rPr>
                <a:t>REGENERATE</a:t>
              </a:r>
            </a:p>
          </p:txBody>
        </p:sp>
        <p:sp>
          <p:nvSpPr>
            <p:cNvPr id="36" name="s10_35">
              <a:extLst>
                <a:ext uri="{FF2B5EF4-FFF2-40B4-BE49-F238E27FC236}">
                  <a16:creationId xmlns:a16="http://schemas.microsoft.com/office/drawing/2014/main" id="{29926EBF-1AD5-2DD4-FC1E-CC1FED047606}"/>
                </a:ext>
              </a:extLst>
            </p:cNvPr>
            <p:cNvSpPr txBox="1"/>
            <p:nvPr/>
          </p:nvSpPr>
          <p:spPr>
            <a:xfrm>
              <a:off x="939800" y="5041900"/>
              <a:ext cx="1778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one word</a:t>
              </a:r>
            </a:p>
          </p:txBody>
        </p:sp>
        <p:sp>
          <p:nvSpPr>
            <p:cNvPr id="37" name="s10_36">
              <a:extLst>
                <a:ext uri="{FF2B5EF4-FFF2-40B4-BE49-F238E27FC236}">
                  <a16:creationId xmlns:a16="http://schemas.microsoft.com/office/drawing/2014/main" id="{FA485462-8C77-1E58-173D-19BDAB0D2B08}"/>
                </a:ext>
              </a:extLst>
            </p:cNvPr>
            <p:cNvSpPr/>
            <p:nvPr/>
          </p:nvSpPr>
          <p:spPr>
            <a:xfrm>
              <a:off x="2717800" y="46228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s10_37">
              <a:extLst>
                <a:ext uri="{FF2B5EF4-FFF2-40B4-BE49-F238E27FC236}">
                  <a16:creationId xmlns:a16="http://schemas.microsoft.com/office/drawing/2014/main" id="{ECF37818-B5EE-C776-60E1-9AA9D02D0CDC}"/>
                </a:ext>
              </a:extLst>
            </p:cNvPr>
            <p:cNvSpPr txBox="1"/>
            <p:nvPr/>
          </p:nvSpPr>
          <p:spPr>
            <a:xfrm>
              <a:off x="2870200" y="47497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Context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about 4 s of your audio on each side</a:t>
              </a:r>
            </a:p>
          </p:txBody>
        </p:sp>
        <p:sp>
          <p:nvSpPr>
            <p:cNvPr id="39" name="s10_38">
              <a:extLst>
                <a:ext uri="{FF2B5EF4-FFF2-40B4-BE49-F238E27FC236}">
                  <a16:creationId xmlns:a16="http://schemas.microsoft.com/office/drawing/2014/main" id="{CB6948AA-F224-67D5-E802-DD9DEA5492F7}"/>
                </a:ext>
              </a:extLst>
            </p:cNvPr>
            <p:cNvSpPr/>
            <p:nvPr/>
          </p:nvSpPr>
          <p:spPr>
            <a:xfrm>
              <a:off x="4965700" y="46228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s10_39">
              <a:extLst>
                <a:ext uri="{FF2B5EF4-FFF2-40B4-BE49-F238E27FC236}">
                  <a16:creationId xmlns:a16="http://schemas.microsoft.com/office/drawing/2014/main" id="{6AD77173-E49D-B468-3A1C-787D0A10E828}"/>
                </a:ext>
              </a:extLst>
            </p:cNvPr>
            <p:cNvSpPr txBox="1"/>
            <p:nvPr/>
          </p:nvSpPr>
          <p:spPr>
            <a:xfrm>
              <a:off x="5118100" y="47497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PlayDiffusion ‖ F5-TTS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two speech models in parallel</a:t>
              </a:r>
            </a:p>
          </p:txBody>
        </p:sp>
        <p:cxnSp>
          <p:nvCxnSpPr>
            <p:cNvPr id="41" name="s10_40">
              <a:extLst>
                <a:ext uri="{FF2B5EF4-FFF2-40B4-BE49-F238E27FC236}">
                  <a16:creationId xmlns:a16="http://schemas.microsoft.com/office/drawing/2014/main" id="{1C3EAB52-786E-2633-8399-3EE76E3660C4}"/>
                </a:ext>
              </a:extLst>
            </p:cNvPr>
            <p:cNvCxnSpPr/>
            <p:nvPr/>
          </p:nvCxnSpPr>
          <p:spPr>
            <a:xfrm>
              <a:off x="4749800" y="52070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s10_41">
              <a:extLst>
                <a:ext uri="{FF2B5EF4-FFF2-40B4-BE49-F238E27FC236}">
                  <a16:creationId xmlns:a16="http://schemas.microsoft.com/office/drawing/2014/main" id="{5ADC2393-5AF7-2A4A-1E7D-2D95C5C7504A}"/>
                </a:ext>
              </a:extLst>
            </p:cNvPr>
            <p:cNvSpPr/>
            <p:nvPr/>
          </p:nvSpPr>
          <p:spPr>
            <a:xfrm>
              <a:off x="7213600" y="46228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4CC89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s10_42">
              <a:extLst>
                <a:ext uri="{FF2B5EF4-FFF2-40B4-BE49-F238E27FC236}">
                  <a16:creationId xmlns:a16="http://schemas.microsoft.com/office/drawing/2014/main" id="{1044001E-7204-9186-9D7B-9E707EB5F12B}"/>
                </a:ext>
              </a:extLst>
            </p:cNvPr>
            <p:cNvSpPr txBox="1"/>
            <p:nvPr/>
          </p:nvSpPr>
          <p:spPr>
            <a:xfrm>
              <a:off x="7366000" y="47497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Splice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only the new word enters the original</a:t>
              </a:r>
            </a:p>
          </p:txBody>
        </p:sp>
        <p:cxnSp>
          <p:nvCxnSpPr>
            <p:cNvPr id="44" name="s10_43">
              <a:extLst>
                <a:ext uri="{FF2B5EF4-FFF2-40B4-BE49-F238E27FC236}">
                  <a16:creationId xmlns:a16="http://schemas.microsoft.com/office/drawing/2014/main" id="{3EDC1BE2-5BC0-B415-EA1B-7D3450BCB727}"/>
                </a:ext>
              </a:extLst>
            </p:cNvPr>
            <p:cNvCxnSpPr/>
            <p:nvPr/>
          </p:nvCxnSpPr>
          <p:spPr>
            <a:xfrm>
              <a:off x="6997700" y="52070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s10_44">
              <a:extLst>
                <a:ext uri="{FF2B5EF4-FFF2-40B4-BE49-F238E27FC236}">
                  <a16:creationId xmlns:a16="http://schemas.microsoft.com/office/drawing/2014/main" id="{3EE5913D-06DE-6DEF-9D90-E08CE4C5AF83}"/>
                </a:ext>
              </a:extLst>
            </p:cNvPr>
            <p:cNvSpPr/>
            <p:nvPr/>
          </p:nvSpPr>
          <p:spPr>
            <a:xfrm>
              <a:off x="9461500" y="46228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s10_45">
              <a:extLst>
                <a:ext uri="{FF2B5EF4-FFF2-40B4-BE49-F238E27FC236}">
                  <a16:creationId xmlns:a16="http://schemas.microsoft.com/office/drawing/2014/main" id="{51D844F5-2940-5A2E-BBF8-BC02177BF20C}"/>
                </a:ext>
              </a:extLst>
            </p:cNvPr>
            <p:cNvSpPr txBox="1"/>
            <p:nvPr/>
          </p:nvSpPr>
          <p:spPr>
            <a:xfrm>
              <a:off x="9613900" y="47497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Verify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re-transcribe, keep the closest voice</a:t>
              </a:r>
            </a:p>
          </p:txBody>
        </p:sp>
        <p:cxnSp>
          <p:nvCxnSpPr>
            <p:cNvPr id="47" name="s10_46">
              <a:extLst>
                <a:ext uri="{FF2B5EF4-FFF2-40B4-BE49-F238E27FC236}">
                  <a16:creationId xmlns:a16="http://schemas.microsoft.com/office/drawing/2014/main" id="{3CBD7683-59F9-0838-37B7-8AB7FFBBB08D}"/>
                </a:ext>
              </a:extLst>
            </p:cNvPr>
            <p:cNvCxnSpPr/>
            <p:nvPr/>
          </p:nvCxnSpPr>
          <p:spPr>
            <a:xfrm>
              <a:off x="9245600" y="52070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42804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2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8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_1">
            <a:extLst>
              <a:ext uri="{FF2B5EF4-FFF2-40B4-BE49-F238E27FC236}">
                <a16:creationId xmlns:a16="http://schemas.microsoft.com/office/drawing/2014/main" id="{32B156CA-AD14-3DA5-1481-E4FA7FB0E0D1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THE KEY INSIGHT</a:t>
            </a:r>
          </a:p>
        </p:txBody>
      </p:sp>
      <p:sp>
        <p:nvSpPr>
          <p:cNvPr id="3" name="s11_2">
            <a:extLst>
              <a:ext uri="{FF2B5EF4-FFF2-40B4-BE49-F238E27FC236}">
                <a16:creationId xmlns:a16="http://schemas.microsoft.com/office/drawing/2014/main" id="{5D9F6887-C823-DBF8-2CE6-339AE0348F5E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4000">
                <a:solidFill>
                  <a:srgbClr val="F3F2EE"/>
                </a:solidFill>
                <a:latin typeface="Sitka Display" pitchFamily="2" charset="0"/>
              </a:rPr>
              <a:t>Regenerate one word, not the clip.</a:t>
            </a:r>
          </a:p>
        </p:txBody>
      </p:sp>
      <p:grpSp>
        <p:nvGrpSpPr>
          <p:cNvPr id="80" name="s11_79">
            <a:extLst>
              <a:ext uri="{FF2B5EF4-FFF2-40B4-BE49-F238E27FC236}">
                <a16:creationId xmlns:a16="http://schemas.microsoft.com/office/drawing/2014/main" id="{29CDE78E-F9D4-EC49-F949-4B273E144CF2}"/>
              </a:ext>
            </a:extLst>
          </p:cNvPr>
          <p:cNvGrpSpPr/>
          <p:nvPr/>
        </p:nvGrpSpPr>
        <p:grpSpPr>
          <a:xfrm>
            <a:off x="711200" y="2184399"/>
            <a:ext cx="10795000" cy="889001"/>
            <a:chOff x="711200" y="2184399"/>
            <a:chExt cx="10795000" cy="889001"/>
          </a:xfrm>
        </p:grpSpPr>
        <p:sp>
          <p:nvSpPr>
            <p:cNvPr id="4" name="s11_3">
              <a:extLst>
                <a:ext uri="{FF2B5EF4-FFF2-40B4-BE49-F238E27FC236}">
                  <a16:creationId xmlns:a16="http://schemas.microsoft.com/office/drawing/2014/main" id="{563AB6D9-F9F9-0FAD-DD9E-135C5242093B}"/>
                </a:ext>
              </a:extLst>
            </p:cNvPr>
            <p:cNvSpPr txBox="1"/>
            <p:nvPr/>
          </p:nvSpPr>
          <p:spPr>
            <a:xfrm>
              <a:off x="711200" y="2285999"/>
              <a:ext cx="3048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600">
                  <a:solidFill>
                    <a:srgbClr val="F3F2EE"/>
                  </a:solidFill>
                  <a:latin typeface="Segoe UI Semibold" panose="020B0702040204020203" pitchFamily="34" charset="0"/>
                </a:rPr>
                <a:t>Regenerate the whole clip</a:t>
              </a:r>
            </a:p>
          </p:txBody>
        </p:sp>
        <p:sp>
          <p:nvSpPr>
            <p:cNvPr id="5" name="s11_4">
              <a:extLst>
                <a:ext uri="{FF2B5EF4-FFF2-40B4-BE49-F238E27FC236}">
                  <a16:creationId xmlns:a16="http://schemas.microsoft.com/office/drawing/2014/main" id="{72762250-586A-74F4-9299-8199730F82CD}"/>
                </a:ext>
              </a:extLst>
            </p:cNvPr>
            <p:cNvSpPr txBox="1"/>
            <p:nvPr/>
          </p:nvSpPr>
          <p:spPr>
            <a:xfrm>
              <a:off x="711200" y="2616200"/>
              <a:ext cx="3048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300">
                  <a:solidFill>
                    <a:srgbClr val="75716A"/>
                  </a:solidFill>
                  <a:latin typeface="Segoe UI" panose="020B0502040204020203" pitchFamily="34" charset="0"/>
                </a:rPr>
                <a:t>every sample is AI audio</a:t>
              </a:r>
            </a:p>
          </p:txBody>
        </p:sp>
        <p:sp>
          <p:nvSpPr>
            <p:cNvPr id="6" name="s11_5">
              <a:extLst>
                <a:ext uri="{FF2B5EF4-FFF2-40B4-BE49-F238E27FC236}">
                  <a16:creationId xmlns:a16="http://schemas.microsoft.com/office/drawing/2014/main" id="{9A126FF7-C961-0E4A-2522-ADCEEC62F276}"/>
                </a:ext>
              </a:extLst>
            </p:cNvPr>
            <p:cNvSpPr/>
            <p:nvPr/>
          </p:nvSpPr>
          <p:spPr>
            <a:xfrm>
              <a:off x="4057368" y="2329193"/>
              <a:ext cx="33020" cy="57401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11_6">
              <a:extLst>
                <a:ext uri="{FF2B5EF4-FFF2-40B4-BE49-F238E27FC236}">
                  <a16:creationId xmlns:a16="http://schemas.microsoft.com/office/drawing/2014/main" id="{DD61C843-ACF3-AC1E-BFE0-7C8147A7222C}"/>
                </a:ext>
              </a:extLst>
            </p:cNvPr>
            <p:cNvSpPr/>
            <p:nvPr/>
          </p:nvSpPr>
          <p:spPr>
            <a:xfrm>
              <a:off x="4127923" y="2366201"/>
              <a:ext cx="33020" cy="49999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11_7">
              <a:extLst>
                <a:ext uri="{FF2B5EF4-FFF2-40B4-BE49-F238E27FC236}">
                  <a16:creationId xmlns:a16="http://schemas.microsoft.com/office/drawing/2014/main" id="{2B1F3BD7-ABE7-D1A1-8700-1087EDCBE28D}"/>
                </a:ext>
              </a:extLst>
            </p:cNvPr>
            <p:cNvSpPr/>
            <p:nvPr/>
          </p:nvSpPr>
          <p:spPr>
            <a:xfrm>
              <a:off x="4198479" y="2306752"/>
              <a:ext cx="33020" cy="61889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s11_8">
              <a:extLst>
                <a:ext uri="{FF2B5EF4-FFF2-40B4-BE49-F238E27FC236}">
                  <a16:creationId xmlns:a16="http://schemas.microsoft.com/office/drawing/2014/main" id="{D4D7641A-661D-C112-8BE8-295EA24DEE03}"/>
                </a:ext>
              </a:extLst>
            </p:cNvPr>
            <p:cNvSpPr/>
            <p:nvPr/>
          </p:nvSpPr>
          <p:spPr>
            <a:xfrm>
              <a:off x="4269034" y="2361476"/>
              <a:ext cx="33020" cy="50944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s11_9">
              <a:extLst>
                <a:ext uri="{FF2B5EF4-FFF2-40B4-BE49-F238E27FC236}">
                  <a16:creationId xmlns:a16="http://schemas.microsoft.com/office/drawing/2014/main" id="{D55A3756-6335-D8C7-44C6-B9A7F43CA019}"/>
                </a:ext>
              </a:extLst>
            </p:cNvPr>
            <p:cNvSpPr/>
            <p:nvPr/>
          </p:nvSpPr>
          <p:spPr>
            <a:xfrm>
              <a:off x="4339590" y="2317775"/>
              <a:ext cx="33020" cy="59685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11_10">
              <a:extLst>
                <a:ext uri="{FF2B5EF4-FFF2-40B4-BE49-F238E27FC236}">
                  <a16:creationId xmlns:a16="http://schemas.microsoft.com/office/drawing/2014/main" id="{1562E8A3-B014-0282-95C6-0B124095FC3A}"/>
                </a:ext>
              </a:extLst>
            </p:cNvPr>
            <p:cNvSpPr/>
            <p:nvPr/>
          </p:nvSpPr>
          <p:spPr>
            <a:xfrm>
              <a:off x="4410146" y="2320138"/>
              <a:ext cx="33020" cy="59212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s11_11">
              <a:extLst>
                <a:ext uri="{FF2B5EF4-FFF2-40B4-BE49-F238E27FC236}">
                  <a16:creationId xmlns:a16="http://schemas.microsoft.com/office/drawing/2014/main" id="{A45EFF74-C8BE-E052-9108-CA611C11C63F}"/>
                </a:ext>
              </a:extLst>
            </p:cNvPr>
            <p:cNvSpPr/>
            <p:nvPr/>
          </p:nvSpPr>
          <p:spPr>
            <a:xfrm>
              <a:off x="4480701" y="2389823"/>
              <a:ext cx="33020" cy="45275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11_12">
              <a:extLst>
                <a:ext uri="{FF2B5EF4-FFF2-40B4-BE49-F238E27FC236}">
                  <a16:creationId xmlns:a16="http://schemas.microsoft.com/office/drawing/2014/main" id="{0CBE80F5-CEEE-3F4B-749F-C6511834A7E4}"/>
                </a:ext>
              </a:extLst>
            </p:cNvPr>
            <p:cNvSpPr/>
            <p:nvPr/>
          </p:nvSpPr>
          <p:spPr>
            <a:xfrm>
              <a:off x="4551257" y="2572499"/>
              <a:ext cx="33020" cy="8740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s11_13">
              <a:extLst>
                <a:ext uri="{FF2B5EF4-FFF2-40B4-BE49-F238E27FC236}">
                  <a16:creationId xmlns:a16="http://schemas.microsoft.com/office/drawing/2014/main" id="{BF1DBFC4-7B87-1674-5488-A736C576CE6C}"/>
                </a:ext>
              </a:extLst>
            </p:cNvPr>
            <p:cNvSpPr/>
            <p:nvPr/>
          </p:nvSpPr>
          <p:spPr>
            <a:xfrm>
              <a:off x="4621812" y="2589035"/>
              <a:ext cx="33020" cy="5433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11_14">
              <a:extLst>
                <a:ext uri="{FF2B5EF4-FFF2-40B4-BE49-F238E27FC236}">
                  <a16:creationId xmlns:a16="http://schemas.microsoft.com/office/drawing/2014/main" id="{1CFD7BC5-ADE9-0005-0B51-B24B088AD125}"/>
                </a:ext>
              </a:extLst>
            </p:cNvPr>
            <p:cNvSpPr/>
            <p:nvPr/>
          </p:nvSpPr>
          <p:spPr>
            <a:xfrm>
              <a:off x="4692368" y="26009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s11_15">
              <a:extLst>
                <a:ext uri="{FF2B5EF4-FFF2-40B4-BE49-F238E27FC236}">
                  <a16:creationId xmlns:a16="http://schemas.microsoft.com/office/drawing/2014/main" id="{9C0D1765-BB52-676C-7CD8-C995BD27EF4A}"/>
                </a:ext>
              </a:extLst>
            </p:cNvPr>
            <p:cNvSpPr/>
            <p:nvPr/>
          </p:nvSpPr>
          <p:spPr>
            <a:xfrm>
              <a:off x="4762923" y="26009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s11_16">
              <a:extLst>
                <a:ext uri="{FF2B5EF4-FFF2-40B4-BE49-F238E27FC236}">
                  <a16:creationId xmlns:a16="http://schemas.microsoft.com/office/drawing/2014/main" id="{75D9AD1F-0E23-62FD-6501-75F9998558F7}"/>
                </a:ext>
              </a:extLst>
            </p:cNvPr>
            <p:cNvSpPr/>
            <p:nvPr/>
          </p:nvSpPr>
          <p:spPr>
            <a:xfrm>
              <a:off x="4833479" y="2348484"/>
              <a:ext cx="33020" cy="53543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s11_17">
              <a:extLst>
                <a:ext uri="{FF2B5EF4-FFF2-40B4-BE49-F238E27FC236}">
                  <a16:creationId xmlns:a16="http://schemas.microsoft.com/office/drawing/2014/main" id="{CEB73E02-B74C-A3BA-3BBA-F8B525E8D4A0}"/>
                </a:ext>
              </a:extLst>
            </p:cNvPr>
            <p:cNvSpPr/>
            <p:nvPr/>
          </p:nvSpPr>
          <p:spPr>
            <a:xfrm>
              <a:off x="4904034" y="2313838"/>
              <a:ext cx="33020" cy="60472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s11_18">
              <a:extLst>
                <a:ext uri="{FF2B5EF4-FFF2-40B4-BE49-F238E27FC236}">
                  <a16:creationId xmlns:a16="http://schemas.microsoft.com/office/drawing/2014/main" id="{7BF25F25-0C39-27C2-36E8-B1AF3324721C}"/>
                </a:ext>
              </a:extLst>
            </p:cNvPr>
            <p:cNvSpPr/>
            <p:nvPr/>
          </p:nvSpPr>
          <p:spPr>
            <a:xfrm>
              <a:off x="4974590" y="2316201"/>
              <a:ext cx="33020" cy="599999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11_19">
              <a:extLst>
                <a:ext uri="{FF2B5EF4-FFF2-40B4-BE49-F238E27FC236}">
                  <a16:creationId xmlns:a16="http://schemas.microsoft.com/office/drawing/2014/main" id="{6F404461-A114-E6DC-02C6-7FB9A7B4F93F}"/>
                </a:ext>
              </a:extLst>
            </p:cNvPr>
            <p:cNvSpPr/>
            <p:nvPr/>
          </p:nvSpPr>
          <p:spPr>
            <a:xfrm>
              <a:off x="5045146" y="2323287"/>
              <a:ext cx="33020" cy="58582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s11_20">
              <a:extLst>
                <a:ext uri="{FF2B5EF4-FFF2-40B4-BE49-F238E27FC236}">
                  <a16:creationId xmlns:a16="http://schemas.microsoft.com/office/drawing/2014/main" id="{31D9D492-4420-FE31-3B66-773A506C05F9}"/>
                </a:ext>
              </a:extLst>
            </p:cNvPr>
            <p:cNvSpPr/>
            <p:nvPr/>
          </p:nvSpPr>
          <p:spPr>
            <a:xfrm>
              <a:off x="5115701" y="2366201"/>
              <a:ext cx="33020" cy="49999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s11_21">
              <a:extLst>
                <a:ext uri="{FF2B5EF4-FFF2-40B4-BE49-F238E27FC236}">
                  <a16:creationId xmlns:a16="http://schemas.microsoft.com/office/drawing/2014/main" id="{1C35E78F-1324-D3A1-C2B9-BD3CA972C805}"/>
                </a:ext>
              </a:extLst>
            </p:cNvPr>
            <p:cNvSpPr/>
            <p:nvPr/>
          </p:nvSpPr>
          <p:spPr>
            <a:xfrm>
              <a:off x="5186257" y="2574468"/>
              <a:ext cx="33020" cy="8346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11_22">
              <a:extLst>
                <a:ext uri="{FF2B5EF4-FFF2-40B4-BE49-F238E27FC236}">
                  <a16:creationId xmlns:a16="http://schemas.microsoft.com/office/drawing/2014/main" id="{5D3180A2-46A3-FB46-C5C6-02557557E71C}"/>
                </a:ext>
              </a:extLst>
            </p:cNvPr>
            <p:cNvSpPr/>
            <p:nvPr/>
          </p:nvSpPr>
          <p:spPr>
            <a:xfrm>
              <a:off x="5256812" y="2316594"/>
              <a:ext cx="33020" cy="59921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s11_23">
              <a:extLst>
                <a:ext uri="{FF2B5EF4-FFF2-40B4-BE49-F238E27FC236}">
                  <a16:creationId xmlns:a16="http://schemas.microsoft.com/office/drawing/2014/main" id="{0294EEA8-E434-82FB-DB57-487CA6C0FD91}"/>
                </a:ext>
              </a:extLst>
            </p:cNvPr>
            <p:cNvSpPr/>
            <p:nvPr/>
          </p:nvSpPr>
          <p:spPr>
            <a:xfrm>
              <a:off x="5327368" y="2271713"/>
              <a:ext cx="33020" cy="688975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11_24">
              <a:extLst>
                <a:ext uri="{FF2B5EF4-FFF2-40B4-BE49-F238E27FC236}">
                  <a16:creationId xmlns:a16="http://schemas.microsoft.com/office/drawing/2014/main" id="{44C0A845-3A4C-F8DF-6B8E-6C458ACF471D}"/>
                </a:ext>
              </a:extLst>
            </p:cNvPr>
            <p:cNvSpPr/>
            <p:nvPr/>
          </p:nvSpPr>
          <p:spPr>
            <a:xfrm>
              <a:off x="5397923" y="2270138"/>
              <a:ext cx="33020" cy="69212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s11_25">
              <a:extLst>
                <a:ext uri="{FF2B5EF4-FFF2-40B4-BE49-F238E27FC236}">
                  <a16:creationId xmlns:a16="http://schemas.microsoft.com/office/drawing/2014/main" id="{65AA1591-E2B7-CEF6-59A4-2A886E69ED6C}"/>
                </a:ext>
              </a:extLst>
            </p:cNvPr>
            <p:cNvSpPr/>
            <p:nvPr/>
          </p:nvSpPr>
          <p:spPr>
            <a:xfrm>
              <a:off x="5468479" y="2261870"/>
              <a:ext cx="33020" cy="70866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11_26">
              <a:extLst>
                <a:ext uri="{FF2B5EF4-FFF2-40B4-BE49-F238E27FC236}">
                  <a16:creationId xmlns:a16="http://schemas.microsoft.com/office/drawing/2014/main" id="{130DF7BE-EB9D-580E-EEC0-6521178BE1EA}"/>
                </a:ext>
              </a:extLst>
            </p:cNvPr>
            <p:cNvSpPr/>
            <p:nvPr/>
          </p:nvSpPr>
          <p:spPr>
            <a:xfrm>
              <a:off x="5539034" y="2387854"/>
              <a:ext cx="33020" cy="45669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11_27">
              <a:extLst>
                <a:ext uri="{FF2B5EF4-FFF2-40B4-BE49-F238E27FC236}">
                  <a16:creationId xmlns:a16="http://schemas.microsoft.com/office/drawing/2014/main" id="{9173BD69-B7A6-C4F0-E44F-589F85963CAF}"/>
                </a:ext>
              </a:extLst>
            </p:cNvPr>
            <p:cNvSpPr/>
            <p:nvPr/>
          </p:nvSpPr>
          <p:spPr>
            <a:xfrm>
              <a:off x="5609590" y="2291791"/>
              <a:ext cx="33020" cy="64881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s11_28">
              <a:extLst>
                <a:ext uri="{FF2B5EF4-FFF2-40B4-BE49-F238E27FC236}">
                  <a16:creationId xmlns:a16="http://schemas.microsoft.com/office/drawing/2014/main" id="{2B850E09-B148-C2E3-45F8-0F8E02E2FF80}"/>
                </a:ext>
              </a:extLst>
            </p:cNvPr>
            <p:cNvSpPr/>
            <p:nvPr/>
          </p:nvSpPr>
          <p:spPr>
            <a:xfrm>
              <a:off x="5680146" y="2278799"/>
              <a:ext cx="33020" cy="67480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s11_29">
              <a:extLst>
                <a:ext uri="{FF2B5EF4-FFF2-40B4-BE49-F238E27FC236}">
                  <a16:creationId xmlns:a16="http://schemas.microsoft.com/office/drawing/2014/main" id="{E0719A82-4EA2-3C3B-F708-11B9A201E692}"/>
                </a:ext>
              </a:extLst>
            </p:cNvPr>
            <p:cNvSpPr/>
            <p:nvPr/>
          </p:nvSpPr>
          <p:spPr>
            <a:xfrm>
              <a:off x="5750701" y="2287461"/>
              <a:ext cx="33020" cy="657479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s11_30">
              <a:extLst>
                <a:ext uri="{FF2B5EF4-FFF2-40B4-BE49-F238E27FC236}">
                  <a16:creationId xmlns:a16="http://schemas.microsoft.com/office/drawing/2014/main" id="{7847016E-1B89-CC91-4928-37794B31A0C8}"/>
                </a:ext>
              </a:extLst>
            </p:cNvPr>
            <p:cNvSpPr/>
            <p:nvPr/>
          </p:nvSpPr>
          <p:spPr>
            <a:xfrm>
              <a:off x="5821257" y="2302421"/>
              <a:ext cx="33020" cy="62755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s11_31">
              <a:extLst>
                <a:ext uri="{FF2B5EF4-FFF2-40B4-BE49-F238E27FC236}">
                  <a16:creationId xmlns:a16="http://schemas.microsoft.com/office/drawing/2014/main" id="{90CAEA0F-C315-A039-AA8F-84780725DC8C}"/>
                </a:ext>
              </a:extLst>
            </p:cNvPr>
            <p:cNvSpPr/>
            <p:nvPr/>
          </p:nvSpPr>
          <p:spPr>
            <a:xfrm>
              <a:off x="5891812" y="2263051"/>
              <a:ext cx="33020" cy="70629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11_32">
              <a:extLst>
                <a:ext uri="{FF2B5EF4-FFF2-40B4-BE49-F238E27FC236}">
                  <a16:creationId xmlns:a16="http://schemas.microsoft.com/office/drawing/2014/main" id="{04D5E842-D26E-388E-0161-468A1F8E839C}"/>
                </a:ext>
              </a:extLst>
            </p:cNvPr>
            <p:cNvSpPr/>
            <p:nvPr/>
          </p:nvSpPr>
          <p:spPr>
            <a:xfrm>
              <a:off x="5962368" y="2264626"/>
              <a:ext cx="33020" cy="70314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s11_33">
              <a:extLst>
                <a:ext uri="{FF2B5EF4-FFF2-40B4-BE49-F238E27FC236}">
                  <a16:creationId xmlns:a16="http://schemas.microsoft.com/office/drawing/2014/main" id="{BA5A1C01-D65D-A076-F817-6E6D71968ABF}"/>
                </a:ext>
              </a:extLst>
            </p:cNvPr>
            <p:cNvSpPr/>
            <p:nvPr/>
          </p:nvSpPr>
          <p:spPr>
            <a:xfrm>
              <a:off x="6032923" y="2278799"/>
              <a:ext cx="33020" cy="67480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11_34">
              <a:extLst>
                <a:ext uri="{FF2B5EF4-FFF2-40B4-BE49-F238E27FC236}">
                  <a16:creationId xmlns:a16="http://schemas.microsoft.com/office/drawing/2014/main" id="{ED2CB8DC-318C-D99F-0349-1022E4C98B5D}"/>
                </a:ext>
              </a:extLst>
            </p:cNvPr>
            <p:cNvSpPr/>
            <p:nvPr/>
          </p:nvSpPr>
          <p:spPr>
            <a:xfrm>
              <a:off x="6103479" y="2268169"/>
              <a:ext cx="33020" cy="69606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s11_35">
              <a:extLst>
                <a:ext uri="{FF2B5EF4-FFF2-40B4-BE49-F238E27FC236}">
                  <a16:creationId xmlns:a16="http://schemas.microsoft.com/office/drawing/2014/main" id="{6B6F56BB-5772-B4B5-FBAE-8226504BADAE}"/>
                </a:ext>
              </a:extLst>
            </p:cNvPr>
            <p:cNvSpPr/>
            <p:nvPr/>
          </p:nvSpPr>
          <p:spPr>
            <a:xfrm>
              <a:off x="6174034" y="2311083"/>
              <a:ext cx="33020" cy="610235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s11_36">
              <a:extLst>
                <a:ext uri="{FF2B5EF4-FFF2-40B4-BE49-F238E27FC236}">
                  <a16:creationId xmlns:a16="http://schemas.microsoft.com/office/drawing/2014/main" id="{51B01608-9105-A6B7-A4CF-7D0ED9C52522}"/>
                </a:ext>
              </a:extLst>
            </p:cNvPr>
            <p:cNvSpPr/>
            <p:nvPr/>
          </p:nvSpPr>
          <p:spPr>
            <a:xfrm>
              <a:off x="6244590" y="2312264"/>
              <a:ext cx="33020" cy="60787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s11_37">
              <a:extLst>
                <a:ext uri="{FF2B5EF4-FFF2-40B4-BE49-F238E27FC236}">
                  <a16:creationId xmlns:a16="http://schemas.microsoft.com/office/drawing/2014/main" id="{83F39A9B-F0B1-C2A5-4D5E-84AE915CBFDD}"/>
                </a:ext>
              </a:extLst>
            </p:cNvPr>
            <p:cNvSpPr/>
            <p:nvPr/>
          </p:nvSpPr>
          <p:spPr>
            <a:xfrm>
              <a:off x="6315146" y="2273287"/>
              <a:ext cx="33020" cy="68582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11_38">
              <a:extLst>
                <a:ext uri="{FF2B5EF4-FFF2-40B4-BE49-F238E27FC236}">
                  <a16:creationId xmlns:a16="http://schemas.microsoft.com/office/drawing/2014/main" id="{FD0BC9E9-D4E5-45CE-5D25-F12B9FC772D6}"/>
                </a:ext>
              </a:extLst>
            </p:cNvPr>
            <p:cNvSpPr/>
            <p:nvPr/>
          </p:nvSpPr>
          <p:spPr>
            <a:xfrm>
              <a:off x="6385701" y="2291398"/>
              <a:ext cx="33020" cy="64960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s11_39">
              <a:extLst>
                <a:ext uri="{FF2B5EF4-FFF2-40B4-BE49-F238E27FC236}">
                  <a16:creationId xmlns:a16="http://schemas.microsoft.com/office/drawing/2014/main" id="{5DBC4CE9-2050-42BE-1224-BB2EFBA0364C}"/>
                </a:ext>
              </a:extLst>
            </p:cNvPr>
            <p:cNvSpPr/>
            <p:nvPr/>
          </p:nvSpPr>
          <p:spPr>
            <a:xfrm>
              <a:off x="6456257" y="2263839"/>
              <a:ext cx="33020" cy="70472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s11_40">
              <a:extLst>
                <a:ext uri="{FF2B5EF4-FFF2-40B4-BE49-F238E27FC236}">
                  <a16:creationId xmlns:a16="http://schemas.microsoft.com/office/drawing/2014/main" id="{B671F0BE-111D-C575-A6EA-2B25FD0D6F46}"/>
                </a:ext>
              </a:extLst>
            </p:cNvPr>
            <p:cNvSpPr/>
            <p:nvPr/>
          </p:nvSpPr>
          <p:spPr>
            <a:xfrm>
              <a:off x="6526812" y="2326437"/>
              <a:ext cx="33020" cy="57952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s11_41">
              <a:extLst>
                <a:ext uri="{FF2B5EF4-FFF2-40B4-BE49-F238E27FC236}">
                  <a16:creationId xmlns:a16="http://schemas.microsoft.com/office/drawing/2014/main" id="{3D7069C0-77B2-0658-07DB-77ED38861EFC}"/>
                </a:ext>
              </a:extLst>
            </p:cNvPr>
            <p:cNvSpPr/>
            <p:nvPr/>
          </p:nvSpPr>
          <p:spPr>
            <a:xfrm>
              <a:off x="6597368" y="2352027"/>
              <a:ext cx="33020" cy="52834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s11_42">
              <a:extLst>
                <a:ext uri="{FF2B5EF4-FFF2-40B4-BE49-F238E27FC236}">
                  <a16:creationId xmlns:a16="http://schemas.microsoft.com/office/drawing/2014/main" id="{9755876C-C873-7C76-36FC-B700218D2268}"/>
                </a:ext>
              </a:extLst>
            </p:cNvPr>
            <p:cNvSpPr/>
            <p:nvPr/>
          </p:nvSpPr>
          <p:spPr>
            <a:xfrm>
              <a:off x="6667923" y="2283523"/>
              <a:ext cx="33020" cy="665353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s11_43">
              <a:extLst>
                <a:ext uri="{FF2B5EF4-FFF2-40B4-BE49-F238E27FC236}">
                  <a16:creationId xmlns:a16="http://schemas.microsoft.com/office/drawing/2014/main" id="{36AB394D-2BE1-AEFA-DF15-6635FDA85BB6}"/>
                </a:ext>
              </a:extLst>
            </p:cNvPr>
            <p:cNvSpPr/>
            <p:nvPr/>
          </p:nvSpPr>
          <p:spPr>
            <a:xfrm>
              <a:off x="6738479" y="2301240"/>
              <a:ext cx="33019" cy="62992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s11_44">
              <a:extLst>
                <a:ext uri="{FF2B5EF4-FFF2-40B4-BE49-F238E27FC236}">
                  <a16:creationId xmlns:a16="http://schemas.microsoft.com/office/drawing/2014/main" id="{F8E34068-E559-032D-D016-5EE86F0A71DD}"/>
                </a:ext>
              </a:extLst>
            </p:cNvPr>
            <p:cNvSpPr/>
            <p:nvPr/>
          </p:nvSpPr>
          <p:spPr>
            <a:xfrm>
              <a:off x="6809035" y="2336673"/>
              <a:ext cx="33019" cy="55905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s11_45">
              <a:extLst>
                <a:ext uri="{FF2B5EF4-FFF2-40B4-BE49-F238E27FC236}">
                  <a16:creationId xmlns:a16="http://schemas.microsoft.com/office/drawing/2014/main" id="{398D7120-B079-839C-9A14-D54BEDDE0DB6}"/>
                </a:ext>
              </a:extLst>
            </p:cNvPr>
            <p:cNvSpPr/>
            <p:nvPr/>
          </p:nvSpPr>
          <p:spPr>
            <a:xfrm>
              <a:off x="6879590" y="2284311"/>
              <a:ext cx="33020" cy="66377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s11_46">
              <a:extLst>
                <a:ext uri="{FF2B5EF4-FFF2-40B4-BE49-F238E27FC236}">
                  <a16:creationId xmlns:a16="http://schemas.microsoft.com/office/drawing/2014/main" id="{29A95B75-7C74-1B43-EF07-A1A15916941B}"/>
                </a:ext>
              </a:extLst>
            </p:cNvPr>
            <p:cNvSpPr/>
            <p:nvPr/>
          </p:nvSpPr>
          <p:spPr>
            <a:xfrm>
              <a:off x="6950146" y="2352027"/>
              <a:ext cx="33019" cy="52834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s11_47">
              <a:extLst>
                <a:ext uri="{FF2B5EF4-FFF2-40B4-BE49-F238E27FC236}">
                  <a16:creationId xmlns:a16="http://schemas.microsoft.com/office/drawing/2014/main" id="{9F2DE61F-3816-3DE3-1B4C-FE2BF8314FD8}"/>
                </a:ext>
              </a:extLst>
            </p:cNvPr>
            <p:cNvSpPr/>
            <p:nvPr/>
          </p:nvSpPr>
          <p:spPr>
            <a:xfrm>
              <a:off x="7020701" y="2474074"/>
              <a:ext cx="33020" cy="28425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s11_48">
              <a:extLst>
                <a:ext uri="{FF2B5EF4-FFF2-40B4-BE49-F238E27FC236}">
                  <a16:creationId xmlns:a16="http://schemas.microsoft.com/office/drawing/2014/main" id="{7DB6920C-FF4C-41FA-C095-11E5D1D1C2C3}"/>
                </a:ext>
              </a:extLst>
            </p:cNvPr>
            <p:cNvSpPr/>
            <p:nvPr/>
          </p:nvSpPr>
          <p:spPr>
            <a:xfrm>
              <a:off x="7091256" y="2293760"/>
              <a:ext cx="33020" cy="6448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s11_49">
              <a:extLst>
                <a:ext uri="{FF2B5EF4-FFF2-40B4-BE49-F238E27FC236}">
                  <a16:creationId xmlns:a16="http://schemas.microsoft.com/office/drawing/2014/main" id="{B225BA35-6678-9EE6-0C87-CE5CC8B51EB1}"/>
                </a:ext>
              </a:extLst>
            </p:cNvPr>
            <p:cNvSpPr/>
            <p:nvPr/>
          </p:nvSpPr>
          <p:spPr>
            <a:xfrm>
              <a:off x="7161812" y="2266594"/>
              <a:ext cx="33020" cy="69921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s11_50">
              <a:extLst>
                <a:ext uri="{FF2B5EF4-FFF2-40B4-BE49-F238E27FC236}">
                  <a16:creationId xmlns:a16="http://schemas.microsoft.com/office/drawing/2014/main" id="{5BA89E01-8979-82FD-44B6-C31D081815AB}"/>
                </a:ext>
              </a:extLst>
            </p:cNvPr>
            <p:cNvSpPr/>
            <p:nvPr/>
          </p:nvSpPr>
          <p:spPr>
            <a:xfrm>
              <a:off x="7232368" y="2265019"/>
              <a:ext cx="33020" cy="702361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s11_51">
              <a:extLst>
                <a:ext uri="{FF2B5EF4-FFF2-40B4-BE49-F238E27FC236}">
                  <a16:creationId xmlns:a16="http://schemas.microsoft.com/office/drawing/2014/main" id="{6BD03E0B-375D-C831-9417-4C1BF8CFE3CB}"/>
                </a:ext>
              </a:extLst>
            </p:cNvPr>
            <p:cNvSpPr/>
            <p:nvPr/>
          </p:nvSpPr>
          <p:spPr>
            <a:xfrm>
              <a:off x="7302923" y="2288248"/>
              <a:ext cx="33020" cy="65590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s11_52">
              <a:extLst>
                <a:ext uri="{FF2B5EF4-FFF2-40B4-BE49-F238E27FC236}">
                  <a16:creationId xmlns:a16="http://schemas.microsoft.com/office/drawing/2014/main" id="{8B5CDA3A-3383-295E-27CC-F8F25035D6B1}"/>
                </a:ext>
              </a:extLst>
            </p:cNvPr>
            <p:cNvSpPr/>
            <p:nvPr/>
          </p:nvSpPr>
          <p:spPr>
            <a:xfrm>
              <a:off x="7373479" y="2365807"/>
              <a:ext cx="33019" cy="50078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s11_53">
              <a:extLst>
                <a:ext uri="{FF2B5EF4-FFF2-40B4-BE49-F238E27FC236}">
                  <a16:creationId xmlns:a16="http://schemas.microsoft.com/office/drawing/2014/main" id="{616809AF-8DBF-1151-182E-A5874992FFB5}"/>
                </a:ext>
              </a:extLst>
            </p:cNvPr>
            <p:cNvSpPr/>
            <p:nvPr/>
          </p:nvSpPr>
          <p:spPr>
            <a:xfrm>
              <a:off x="7444035" y="2480373"/>
              <a:ext cx="33019" cy="271653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s11_54">
              <a:extLst>
                <a:ext uri="{FF2B5EF4-FFF2-40B4-BE49-F238E27FC236}">
                  <a16:creationId xmlns:a16="http://schemas.microsoft.com/office/drawing/2014/main" id="{52B328A3-67FE-0BDB-7B8E-939C7092C7AF}"/>
                </a:ext>
              </a:extLst>
            </p:cNvPr>
            <p:cNvSpPr/>
            <p:nvPr/>
          </p:nvSpPr>
          <p:spPr>
            <a:xfrm>
              <a:off x="7514590" y="2387854"/>
              <a:ext cx="33020" cy="45669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s11_55">
              <a:extLst>
                <a:ext uri="{FF2B5EF4-FFF2-40B4-BE49-F238E27FC236}">
                  <a16:creationId xmlns:a16="http://schemas.microsoft.com/office/drawing/2014/main" id="{0C5949E2-5AAB-6FA5-FA83-6E8CB42EE4A4}"/>
                </a:ext>
              </a:extLst>
            </p:cNvPr>
            <p:cNvSpPr/>
            <p:nvPr/>
          </p:nvSpPr>
          <p:spPr>
            <a:xfrm>
              <a:off x="7585146" y="2383917"/>
              <a:ext cx="33019" cy="46456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s11_56">
              <a:extLst>
                <a:ext uri="{FF2B5EF4-FFF2-40B4-BE49-F238E27FC236}">
                  <a16:creationId xmlns:a16="http://schemas.microsoft.com/office/drawing/2014/main" id="{7A379CE8-6831-E3F5-518C-F07BC1743D6F}"/>
                </a:ext>
              </a:extLst>
            </p:cNvPr>
            <p:cNvSpPr/>
            <p:nvPr/>
          </p:nvSpPr>
          <p:spPr>
            <a:xfrm>
              <a:off x="7655701" y="2428799"/>
              <a:ext cx="33020" cy="37480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s11_57">
              <a:extLst>
                <a:ext uri="{FF2B5EF4-FFF2-40B4-BE49-F238E27FC236}">
                  <a16:creationId xmlns:a16="http://schemas.microsoft.com/office/drawing/2014/main" id="{EAEB1D2C-18B7-3ACB-806B-A1BE4F732483}"/>
                </a:ext>
              </a:extLst>
            </p:cNvPr>
            <p:cNvSpPr/>
            <p:nvPr/>
          </p:nvSpPr>
          <p:spPr>
            <a:xfrm>
              <a:off x="7726256" y="2316201"/>
              <a:ext cx="33020" cy="599999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s11_58">
              <a:extLst>
                <a:ext uri="{FF2B5EF4-FFF2-40B4-BE49-F238E27FC236}">
                  <a16:creationId xmlns:a16="http://schemas.microsoft.com/office/drawing/2014/main" id="{42C27EEF-3A30-B779-ECA6-6E6D187942C4}"/>
                </a:ext>
              </a:extLst>
            </p:cNvPr>
            <p:cNvSpPr/>
            <p:nvPr/>
          </p:nvSpPr>
          <p:spPr>
            <a:xfrm>
              <a:off x="7796812" y="2293760"/>
              <a:ext cx="33020" cy="6448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s11_59">
              <a:extLst>
                <a:ext uri="{FF2B5EF4-FFF2-40B4-BE49-F238E27FC236}">
                  <a16:creationId xmlns:a16="http://schemas.microsoft.com/office/drawing/2014/main" id="{07749AFB-03B2-E29E-21C6-60C3D7EFDA2F}"/>
                </a:ext>
              </a:extLst>
            </p:cNvPr>
            <p:cNvSpPr/>
            <p:nvPr/>
          </p:nvSpPr>
          <p:spPr>
            <a:xfrm>
              <a:off x="7867368" y="2467775"/>
              <a:ext cx="33020" cy="29685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s11_60">
              <a:extLst>
                <a:ext uri="{FF2B5EF4-FFF2-40B4-BE49-F238E27FC236}">
                  <a16:creationId xmlns:a16="http://schemas.microsoft.com/office/drawing/2014/main" id="{DC32895C-BB8B-1653-530A-D2DC3B9EDEC2}"/>
                </a:ext>
              </a:extLst>
            </p:cNvPr>
            <p:cNvSpPr/>
            <p:nvPr/>
          </p:nvSpPr>
          <p:spPr>
            <a:xfrm>
              <a:off x="7937923" y="2337067"/>
              <a:ext cx="33020" cy="55826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s11_61">
              <a:extLst>
                <a:ext uri="{FF2B5EF4-FFF2-40B4-BE49-F238E27FC236}">
                  <a16:creationId xmlns:a16="http://schemas.microsoft.com/office/drawing/2014/main" id="{8FEBEF2B-853E-4829-9C73-746B98B7475F}"/>
                </a:ext>
              </a:extLst>
            </p:cNvPr>
            <p:cNvSpPr/>
            <p:nvPr/>
          </p:nvSpPr>
          <p:spPr>
            <a:xfrm>
              <a:off x="8008479" y="2371712"/>
              <a:ext cx="33019" cy="48897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s11_62">
              <a:extLst>
                <a:ext uri="{FF2B5EF4-FFF2-40B4-BE49-F238E27FC236}">
                  <a16:creationId xmlns:a16="http://schemas.microsoft.com/office/drawing/2014/main" id="{F8E1AA3F-45C2-8EA1-0969-C6BCF93A2588}"/>
                </a:ext>
              </a:extLst>
            </p:cNvPr>
            <p:cNvSpPr/>
            <p:nvPr/>
          </p:nvSpPr>
          <p:spPr>
            <a:xfrm>
              <a:off x="8079035" y="2488248"/>
              <a:ext cx="33019" cy="25590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s11_63">
              <a:extLst>
                <a:ext uri="{FF2B5EF4-FFF2-40B4-BE49-F238E27FC236}">
                  <a16:creationId xmlns:a16="http://schemas.microsoft.com/office/drawing/2014/main" id="{12BAE5C2-1404-1FB4-8861-E03ADE74F854}"/>
                </a:ext>
              </a:extLst>
            </p:cNvPr>
            <p:cNvSpPr/>
            <p:nvPr/>
          </p:nvSpPr>
          <p:spPr>
            <a:xfrm>
              <a:off x="8149590" y="2576830"/>
              <a:ext cx="33020" cy="7874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s11_64">
              <a:extLst>
                <a:ext uri="{FF2B5EF4-FFF2-40B4-BE49-F238E27FC236}">
                  <a16:creationId xmlns:a16="http://schemas.microsoft.com/office/drawing/2014/main" id="{0BCFDA8F-6F72-FBF2-17CA-9DAE41D440F9}"/>
                </a:ext>
              </a:extLst>
            </p:cNvPr>
            <p:cNvSpPr/>
            <p:nvPr/>
          </p:nvSpPr>
          <p:spPr>
            <a:xfrm>
              <a:off x="8220146" y="2569743"/>
              <a:ext cx="33019" cy="92913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s11_65">
              <a:extLst>
                <a:ext uri="{FF2B5EF4-FFF2-40B4-BE49-F238E27FC236}">
                  <a16:creationId xmlns:a16="http://schemas.microsoft.com/office/drawing/2014/main" id="{294A75EC-221A-C054-6A53-EC365F92A305}"/>
                </a:ext>
              </a:extLst>
            </p:cNvPr>
            <p:cNvSpPr/>
            <p:nvPr/>
          </p:nvSpPr>
          <p:spPr>
            <a:xfrm>
              <a:off x="8290701" y="2572893"/>
              <a:ext cx="33020" cy="8661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s11_66">
              <a:extLst>
                <a:ext uri="{FF2B5EF4-FFF2-40B4-BE49-F238E27FC236}">
                  <a16:creationId xmlns:a16="http://schemas.microsoft.com/office/drawing/2014/main" id="{85CE17E4-AC85-247D-66AA-66411C73BA04}"/>
                </a:ext>
              </a:extLst>
            </p:cNvPr>
            <p:cNvSpPr/>
            <p:nvPr/>
          </p:nvSpPr>
          <p:spPr>
            <a:xfrm>
              <a:off x="8361256" y="2582342"/>
              <a:ext cx="33020" cy="6771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s11_67">
              <a:extLst>
                <a:ext uri="{FF2B5EF4-FFF2-40B4-BE49-F238E27FC236}">
                  <a16:creationId xmlns:a16="http://schemas.microsoft.com/office/drawing/2014/main" id="{36D347EB-1E17-617F-8C79-12C98D5B73E6}"/>
                </a:ext>
              </a:extLst>
            </p:cNvPr>
            <p:cNvSpPr/>
            <p:nvPr/>
          </p:nvSpPr>
          <p:spPr>
            <a:xfrm>
              <a:off x="8431812" y="26009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s11_68">
              <a:extLst>
                <a:ext uri="{FF2B5EF4-FFF2-40B4-BE49-F238E27FC236}">
                  <a16:creationId xmlns:a16="http://schemas.microsoft.com/office/drawing/2014/main" id="{0A293913-E147-037C-665B-804D5AB00FC5}"/>
                </a:ext>
              </a:extLst>
            </p:cNvPr>
            <p:cNvSpPr/>
            <p:nvPr/>
          </p:nvSpPr>
          <p:spPr>
            <a:xfrm>
              <a:off x="8502368" y="26009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s11_69">
              <a:extLst>
                <a:ext uri="{FF2B5EF4-FFF2-40B4-BE49-F238E27FC236}">
                  <a16:creationId xmlns:a16="http://schemas.microsoft.com/office/drawing/2014/main" id="{B5FC9800-1120-9381-EABD-0E36E7BE0CEE}"/>
                </a:ext>
              </a:extLst>
            </p:cNvPr>
            <p:cNvSpPr/>
            <p:nvPr/>
          </p:nvSpPr>
          <p:spPr>
            <a:xfrm>
              <a:off x="8572923" y="2333523"/>
              <a:ext cx="33020" cy="56535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s11_70">
              <a:extLst>
                <a:ext uri="{FF2B5EF4-FFF2-40B4-BE49-F238E27FC236}">
                  <a16:creationId xmlns:a16="http://schemas.microsoft.com/office/drawing/2014/main" id="{CE3E3174-6BCC-FA0C-CAF0-CAC33592852F}"/>
                </a:ext>
              </a:extLst>
            </p:cNvPr>
            <p:cNvSpPr/>
            <p:nvPr/>
          </p:nvSpPr>
          <p:spPr>
            <a:xfrm>
              <a:off x="8643479" y="2425255"/>
              <a:ext cx="33019" cy="38189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s11_71">
              <a:extLst>
                <a:ext uri="{FF2B5EF4-FFF2-40B4-BE49-F238E27FC236}">
                  <a16:creationId xmlns:a16="http://schemas.microsoft.com/office/drawing/2014/main" id="{F17F7E86-90B4-E078-8977-6CE24CF5B05A}"/>
                </a:ext>
              </a:extLst>
            </p:cNvPr>
            <p:cNvSpPr/>
            <p:nvPr/>
          </p:nvSpPr>
          <p:spPr>
            <a:xfrm>
              <a:off x="8714035" y="2300453"/>
              <a:ext cx="33019" cy="63149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s11_72">
              <a:extLst>
                <a:ext uri="{FF2B5EF4-FFF2-40B4-BE49-F238E27FC236}">
                  <a16:creationId xmlns:a16="http://schemas.microsoft.com/office/drawing/2014/main" id="{425D498F-EBAB-1EF7-69AE-E1FBB2E44473}"/>
                </a:ext>
              </a:extLst>
            </p:cNvPr>
            <p:cNvSpPr/>
            <p:nvPr/>
          </p:nvSpPr>
          <p:spPr>
            <a:xfrm>
              <a:off x="8784590" y="2308720"/>
              <a:ext cx="33020" cy="61496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s11_73">
              <a:extLst>
                <a:ext uri="{FF2B5EF4-FFF2-40B4-BE49-F238E27FC236}">
                  <a16:creationId xmlns:a16="http://schemas.microsoft.com/office/drawing/2014/main" id="{AA575326-F834-B3E2-021B-52E28D518FD4}"/>
                </a:ext>
              </a:extLst>
            </p:cNvPr>
            <p:cNvSpPr/>
            <p:nvPr/>
          </p:nvSpPr>
          <p:spPr>
            <a:xfrm>
              <a:off x="8855146" y="2329193"/>
              <a:ext cx="33019" cy="57401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s11_74">
              <a:extLst>
                <a:ext uri="{FF2B5EF4-FFF2-40B4-BE49-F238E27FC236}">
                  <a16:creationId xmlns:a16="http://schemas.microsoft.com/office/drawing/2014/main" id="{84F58071-D18C-373F-EF87-5B9F3C874E54}"/>
                </a:ext>
              </a:extLst>
            </p:cNvPr>
            <p:cNvSpPr/>
            <p:nvPr/>
          </p:nvSpPr>
          <p:spPr>
            <a:xfrm>
              <a:off x="8925701" y="2287461"/>
              <a:ext cx="33020" cy="657479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s11_75">
              <a:extLst>
                <a:ext uri="{FF2B5EF4-FFF2-40B4-BE49-F238E27FC236}">
                  <a16:creationId xmlns:a16="http://schemas.microsoft.com/office/drawing/2014/main" id="{98EF609B-C6AE-E56A-C86E-575708746476}"/>
                </a:ext>
              </a:extLst>
            </p:cNvPr>
            <p:cNvSpPr/>
            <p:nvPr/>
          </p:nvSpPr>
          <p:spPr>
            <a:xfrm>
              <a:off x="8996256" y="2292579"/>
              <a:ext cx="33020" cy="647243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s11_76">
              <a:extLst>
                <a:ext uri="{FF2B5EF4-FFF2-40B4-BE49-F238E27FC236}">
                  <a16:creationId xmlns:a16="http://schemas.microsoft.com/office/drawing/2014/main" id="{DA2CFE3C-9D2C-3353-C9F5-CCD1CDCC120F}"/>
                </a:ext>
              </a:extLst>
            </p:cNvPr>
            <p:cNvSpPr/>
            <p:nvPr/>
          </p:nvSpPr>
          <p:spPr>
            <a:xfrm>
              <a:off x="9066812" y="2309114"/>
              <a:ext cx="33020" cy="61417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s11_77">
              <a:extLst>
                <a:ext uri="{FF2B5EF4-FFF2-40B4-BE49-F238E27FC236}">
                  <a16:creationId xmlns:a16="http://schemas.microsoft.com/office/drawing/2014/main" id="{30CF4BE3-3FED-6567-AE1E-8BA19F2CED76}"/>
                </a:ext>
              </a:extLst>
            </p:cNvPr>
            <p:cNvSpPr txBox="1"/>
            <p:nvPr/>
          </p:nvSpPr>
          <p:spPr>
            <a:xfrm>
              <a:off x="9448800" y="2184399"/>
              <a:ext cx="2032000" cy="635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4400">
                  <a:solidFill>
                    <a:srgbClr val="A8A49C"/>
                  </a:solidFill>
                  <a:latin typeface="Segoe UI Light" panose="020B0502040204020203" pitchFamily="34" charset="0"/>
                </a:rPr>
                <a:t>0.733</a:t>
              </a:r>
            </a:p>
          </p:txBody>
        </p:sp>
        <p:sp>
          <p:nvSpPr>
            <p:cNvPr id="79" name="s11_78">
              <a:extLst>
                <a:ext uri="{FF2B5EF4-FFF2-40B4-BE49-F238E27FC236}">
                  <a16:creationId xmlns:a16="http://schemas.microsoft.com/office/drawing/2014/main" id="{4CE65E86-53AA-917C-B398-3F1A5BEA05E6}"/>
                </a:ext>
              </a:extLst>
            </p:cNvPr>
            <p:cNvSpPr txBox="1"/>
            <p:nvPr/>
          </p:nvSpPr>
          <p:spPr>
            <a:xfrm>
              <a:off x="9474200" y="2844800"/>
              <a:ext cx="2032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voice similarity</a:t>
              </a:r>
            </a:p>
          </p:txBody>
        </p:sp>
      </p:grpSp>
      <p:grpSp>
        <p:nvGrpSpPr>
          <p:cNvPr id="157" name="s11_156">
            <a:extLst>
              <a:ext uri="{FF2B5EF4-FFF2-40B4-BE49-F238E27FC236}">
                <a16:creationId xmlns:a16="http://schemas.microsoft.com/office/drawing/2014/main" id="{E664A572-0015-03B0-53CE-2A745C62BC1F}"/>
              </a:ext>
            </a:extLst>
          </p:cNvPr>
          <p:cNvGrpSpPr/>
          <p:nvPr/>
        </p:nvGrpSpPr>
        <p:grpSpPr>
          <a:xfrm>
            <a:off x="711200" y="3809999"/>
            <a:ext cx="10795000" cy="889001"/>
            <a:chOff x="711200" y="3809999"/>
            <a:chExt cx="10795000" cy="889001"/>
          </a:xfrm>
        </p:grpSpPr>
        <p:sp>
          <p:nvSpPr>
            <p:cNvPr id="81" name="s11_80">
              <a:extLst>
                <a:ext uri="{FF2B5EF4-FFF2-40B4-BE49-F238E27FC236}">
                  <a16:creationId xmlns:a16="http://schemas.microsoft.com/office/drawing/2014/main" id="{438227D2-BE31-E3CD-B07F-4EDCB1C20EC0}"/>
                </a:ext>
              </a:extLst>
            </p:cNvPr>
            <p:cNvSpPr txBox="1"/>
            <p:nvPr/>
          </p:nvSpPr>
          <p:spPr>
            <a:xfrm>
              <a:off x="711200" y="3911599"/>
              <a:ext cx="3048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600">
                  <a:solidFill>
                    <a:srgbClr val="F3F2EE"/>
                  </a:solidFill>
                  <a:latin typeface="Segoe UI Semibold" panose="020B0702040204020203" pitchFamily="34" charset="0"/>
                </a:rPr>
                <a:t>Splice one word into the original</a:t>
              </a:r>
            </a:p>
          </p:txBody>
        </p:sp>
        <p:sp>
          <p:nvSpPr>
            <p:cNvPr id="82" name="s11_81">
              <a:extLst>
                <a:ext uri="{FF2B5EF4-FFF2-40B4-BE49-F238E27FC236}">
                  <a16:creationId xmlns:a16="http://schemas.microsoft.com/office/drawing/2014/main" id="{40CBD34D-2747-D3E0-62B6-8E527418840C}"/>
                </a:ext>
              </a:extLst>
            </p:cNvPr>
            <p:cNvSpPr txBox="1"/>
            <p:nvPr/>
          </p:nvSpPr>
          <p:spPr>
            <a:xfrm>
              <a:off x="711200" y="4241800"/>
              <a:ext cx="3048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300">
                  <a:solidFill>
                    <a:srgbClr val="75716A"/>
                  </a:solidFill>
                  <a:latin typeface="Segoe UI" panose="020B0502040204020203" pitchFamily="34" charset="0"/>
                </a:rPr>
                <a:t>the rest is your real recording</a:t>
              </a:r>
            </a:p>
          </p:txBody>
        </p:sp>
        <p:sp>
          <p:nvSpPr>
            <p:cNvPr id="83" name="s11_82">
              <a:extLst>
                <a:ext uri="{FF2B5EF4-FFF2-40B4-BE49-F238E27FC236}">
                  <a16:creationId xmlns:a16="http://schemas.microsoft.com/office/drawing/2014/main" id="{E868FF78-EE68-0193-E802-C4F2F61CE0C3}"/>
                </a:ext>
              </a:extLst>
            </p:cNvPr>
            <p:cNvSpPr/>
            <p:nvPr/>
          </p:nvSpPr>
          <p:spPr>
            <a:xfrm>
              <a:off x="4057368" y="3954793"/>
              <a:ext cx="33020" cy="57401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s11_83">
              <a:extLst>
                <a:ext uri="{FF2B5EF4-FFF2-40B4-BE49-F238E27FC236}">
                  <a16:creationId xmlns:a16="http://schemas.microsoft.com/office/drawing/2014/main" id="{298E6710-84CC-7F67-7EAB-F9D6C03C331A}"/>
                </a:ext>
              </a:extLst>
            </p:cNvPr>
            <p:cNvSpPr/>
            <p:nvPr/>
          </p:nvSpPr>
          <p:spPr>
            <a:xfrm>
              <a:off x="4127923" y="3991801"/>
              <a:ext cx="33020" cy="49999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s11_84">
              <a:extLst>
                <a:ext uri="{FF2B5EF4-FFF2-40B4-BE49-F238E27FC236}">
                  <a16:creationId xmlns:a16="http://schemas.microsoft.com/office/drawing/2014/main" id="{973D19FE-B847-0608-8996-2D51FE13BEAE}"/>
                </a:ext>
              </a:extLst>
            </p:cNvPr>
            <p:cNvSpPr/>
            <p:nvPr/>
          </p:nvSpPr>
          <p:spPr>
            <a:xfrm>
              <a:off x="4198479" y="3932352"/>
              <a:ext cx="33020" cy="61889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s11_85">
              <a:extLst>
                <a:ext uri="{FF2B5EF4-FFF2-40B4-BE49-F238E27FC236}">
                  <a16:creationId xmlns:a16="http://schemas.microsoft.com/office/drawing/2014/main" id="{8237DB1A-80D6-4630-B871-BFD724CADECD}"/>
                </a:ext>
              </a:extLst>
            </p:cNvPr>
            <p:cNvSpPr/>
            <p:nvPr/>
          </p:nvSpPr>
          <p:spPr>
            <a:xfrm>
              <a:off x="4269034" y="3987076"/>
              <a:ext cx="33020" cy="5094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s11_86">
              <a:extLst>
                <a:ext uri="{FF2B5EF4-FFF2-40B4-BE49-F238E27FC236}">
                  <a16:creationId xmlns:a16="http://schemas.microsoft.com/office/drawing/2014/main" id="{D3D5D033-F061-0128-1EFC-AF8C41C78002}"/>
                </a:ext>
              </a:extLst>
            </p:cNvPr>
            <p:cNvSpPr/>
            <p:nvPr/>
          </p:nvSpPr>
          <p:spPr>
            <a:xfrm>
              <a:off x="4339590" y="3943376"/>
              <a:ext cx="33020" cy="59684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s11_87">
              <a:extLst>
                <a:ext uri="{FF2B5EF4-FFF2-40B4-BE49-F238E27FC236}">
                  <a16:creationId xmlns:a16="http://schemas.microsoft.com/office/drawing/2014/main" id="{99787FEE-A483-7BB4-EDA4-B73047BE2ADE}"/>
                </a:ext>
              </a:extLst>
            </p:cNvPr>
            <p:cNvSpPr/>
            <p:nvPr/>
          </p:nvSpPr>
          <p:spPr>
            <a:xfrm>
              <a:off x="4410146" y="3945737"/>
              <a:ext cx="33020" cy="59212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s11_88">
              <a:extLst>
                <a:ext uri="{FF2B5EF4-FFF2-40B4-BE49-F238E27FC236}">
                  <a16:creationId xmlns:a16="http://schemas.microsoft.com/office/drawing/2014/main" id="{BFD44301-13BA-81DA-92B7-C59A9D372A27}"/>
                </a:ext>
              </a:extLst>
            </p:cNvPr>
            <p:cNvSpPr/>
            <p:nvPr/>
          </p:nvSpPr>
          <p:spPr>
            <a:xfrm>
              <a:off x="4480701" y="4015422"/>
              <a:ext cx="33020" cy="45275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s11_89">
              <a:extLst>
                <a:ext uri="{FF2B5EF4-FFF2-40B4-BE49-F238E27FC236}">
                  <a16:creationId xmlns:a16="http://schemas.microsoft.com/office/drawing/2014/main" id="{C928AD37-D220-FAD1-2F46-EBBDDD80628F}"/>
                </a:ext>
              </a:extLst>
            </p:cNvPr>
            <p:cNvSpPr/>
            <p:nvPr/>
          </p:nvSpPr>
          <p:spPr>
            <a:xfrm>
              <a:off x="4551257" y="4198099"/>
              <a:ext cx="33020" cy="87401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s11_90">
              <a:extLst>
                <a:ext uri="{FF2B5EF4-FFF2-40B4-BE49-F238E27FC236}">
                  <a16:creationId xmlns:a16="http://schemas.microsoft.com/office/drawing/2014/main" id="{CB6AC14F-F050-21BE-4A8A-3B1F1C80F697}"/>
                </a:ext>
              </a:extLst>
            </p:cNvPr>
            <p:cNvSpPr/>
            <p:nvPr/>
          </p:nvSpPr>
          <p:spPr>
            <a:xfrm>
              <a:off x="4621812" y="4214635"/>
              <a:ext cx="33020" cy="5433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s11_91">
              <a:extLst>
                <a:ext uri="{FF2B5EF4-FFF2-40B4-BE49-F238E27FC236}">
                  <a16:creationId xmlns:a16="http://schemas.microsoft.com/office/drawing/2014/main" id="{394AED0E-1228-FEFD-DD73-E250447A55E1}"/>
                </a:ext>
              </a:extLst>
            </p:cNvPr>
            <p:cNvSpPr/>
            <p:nvPr/>
          </p:nvSpPr>
          <p:spPr>
            <a:xfrm>
              <a:off x="4692368" y="42265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s11_92">
              <a:extLst>
                <a:ext uri="{FF2B5EF4-FFF2-40B4-BE49-F238E27FC236}">
                  <a16:creationId xmlns:a16="http://schemas.microsoft.com/office/drawing/2014/main" id="{3473F45B-B9E4-878B-138E-23ECA35CC270}"/>
                </a:ext>
              </a:extLst>
            </p:cNvPr>
            <p:cNvSpPr/>
            <p:nvPr/>
          </p:nvSpPr>
          <p:spPr>
            <a:xfrm>
              <a:off x="4762923" y="42265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s11_93">
              <a:extLst>
                <a:ext uri="{FF2B5EF4-FFF2-40B4-BE49-F238E27FC236}">
                  <a16:creationId xmlns:a16="http://schemas.microsoft.com/office/drawing/2014/main" id="{59439D9D-29C8-732F-3DAB-049318E2C241}"/>
                </a:ext>
              </a:extLst>
            </p:cNvPr>
            <p:cNvSpPr/>
            <p:nvPr/>
          </p:nvSpPr>
          <p:spPr>
            <a:xfrm>
              <a:off x="4833479" y="3974084"/>
              <a:ext cx="33020" cy="53543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s11_94">
              <a:extLst>
                <a:ext uri="{FF2B5EF4-FFF2-40B4-BE49-F238E27FC236}">
                  <a16:creationId xmlns:a16="http://schemas.microsoft.com/office/drawing/2014/main" id="{874F13FA-E3A4-E14B-4BA7-714082121213}"/>
                </a:ext>
              </a:extLst>
            </p:cNvPr>
            <p:cNvSpPr/>
            <p:nvPr/>
          </p:nvSpPr>
          <p:spPr>
            <a:xfrm>
              <a:off x="4904034" y="3939438"/>
              <a:ext cx="33020" cy="60472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s11_95">
              <a:extLst>
                <a:ext uri="{FF2B5EF4-FFF2-40B4-BE49-F238E27FC236}">
                  <a16:creationId xmlns:a16="http://schemas.microsoft.com/office/drawing/2014/main" id="{666285BF-BA97-8CE7-0484-FC9938000D2D}"/>
                </a:ext>
              </a:extLst>
            </p:cNvPr>
            <p:cNvSpPr/>
            <p:nvPr/>
          </p:nvSpPr>
          <p:spPr>
            <a:xfrm>
              <a:off x="4974590" y="3941800"/>
              <a:ext cx="33020" cy="60000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s11_96">
              <a:extLst>
                <a:ext uri="{FF2B5EF4-FFF2-40B4-BE49-F238E27FC236}">
                  <a16:creationId xmlns:a16="http://schemas.microsoft.com/office/drawing/2014/main" id="{DEF58AE4-D462-6597-D77D-D41869E48801}"/>
                </a:ext>
              </a:extLst>
            </p:cNvPr>
            <p:cNvSpPr/>
            <p:nvPr/>
          </p:nvSpPr>
          <p:spPr>
            <a:xfrm>
              <a:off x="5045146" y="3948887"/>
              <a:ext cx="33020" cy="58582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s11_97">
              <a:extLst>
                <a:ext uri="{FF2B5EF4-FFF2-40B4-BE49-F238E27FC236}">
                  <a16:creationId xmlns:a16="http://schemas.microsoft.com/office/drawing/2014/main" id="{C16EFCB4-C828-187C-F27F-D591D939E0A5}"/>
                </a:ext>
              </a:extLst>
            </p:cNvPr>
            <p:cNvSpPr/>
            <p:nvPr/>
          </p:nvSpPr>
          <p:spPr>
            <a:xfrm>
              <a:off x="5115701" y="3991801"/>
              <a:ext cx="33020" cy="49999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s11_98">
              <a:extLst>
                <a:ext uri="{FF2B5EF4-FFF2-40B4-BE49-F238E27FC236}">
                  <a16:creationId xmlns:a16="http://schemas.microsoft.com/office/drawing/2014/main" id="{546C41B2-833D-B7A4-27C2-29920EB79D41}"/>
                </a:ext>
              </a:extLst>
            </p:cNvPr>
            <p:cNvSpPr/>
            <p:nvPr/>
          </p:nvSpPr>
          <p:spPr>
            <a:xfrm>
              <a:off x="5186257" y="4200068"/>
              <a:ext cx="33020" cy="8346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s11_99">
              <a:extLst>
                <a:ext uri="{FF2B5EF4-FFF2-40B4-BE49-F238E27FC236}">
                  <a16:creationId xmlns:a16="http://schemas.microsoft.com/office/drawing/2014/main" id="{4BA9F702-5FE3-C8F8-7A4B-63F9E7291627}"/>
                </a:ext>
              </a:extLst>
            </p:cNvPr>
            <p:cNvSpPr/>
            <p:nvPr/>
          </p:nvSpPr>
          <p:spPr>
            <a:xfrm>
              <a:off x="5256812" y="3942194"/>
              <a:ext cx="33020" cy="59921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s11_100">
              <a:extLst>
                <a:ext uri="{FF2B5EF4-FFF2-40B4-BE49-F238E27FC236}">
                  <a16:creationId xmlns:a16="http://schemas.microsoft.com/office/drawing/2014/main" id="{4428DA8A-413F-4979-CB27-BE737F11E79B}"/>
                </a:ext>
              </a:extLst>
            </p:cNvPr>
            <p:cNvSpPr/>
            <p:nvPr/>
          </p:nvSpPr>
          <p:spPr>
            <a:xfrm>
              <a:off x="5327368" y="3897313"/>
              <a:ext cx="33020" cy="68897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s11_101">
              <a:extLst>
                <a:ext uri="{FF2B5EF4-FFF2-40B4-BE49-F238E27FC236}">
                  <a16:creationId xmlns:a16="http://schemas.microsoft.com/office/drawing/2014/main" id="{F8EEB667-FF4B-BF39-1647-24087572B5DF}"/>
                </a:ext>
              </a:extLst>
            </p:cNvPr>
            <p:cNvSpPr/>
            <p:nvPr/>
          </p:nvSpPr>
          <p:spPr>
            <a:xfrm>
              <a:off x="5397923" y="3895738"/>
              <a:ext cx="33020" cy="69212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s11_102">
              <a:extLst>
                <a:ext uri="{FF2B5EF4-FFF2-40B4-BE49-F238E27FC236}">
                  <a16:creationId xmlns:a16="http://schemas.microsoft.com/office/drawing/2014/main" id="{93300313-3C16-A40D-4575-D92F9409AFF3}"/>
                </a:ext>
              </a:extLst>
            </p:cNvPr>
            <p:cNvSpPr/>
            <p:nvPr/>
          </p:nvSpPr>
          <p:spPr>
            <a:xfrm>
              <a:off x="5468479" y="3887470"/>
              <a:ext cx="33020" cy="70866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s11_103">
              <a:extLst>
                <a:ext uri="{FF2B5EF4-FFF2-40B4-BE49-F238E27FC236}">
                  <a16:creationId xmlns:a16="http://schemas.microsoft.com/office/drawing/2014/main" id="{88304FB4-9535-1AEF-5817-554857B09BA8}"/>
                </a:ext>
              </a:extLst>
            </p:cNvPr>
            <p:cNvSpPr/>
            <p:nvPr/>
          </p:nvSpPr>
          <p:spPr>
            <a:xfrm>
              <a:off x="5539034" y="4013454"/>
              <a:ext cx="33020" cy="45669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s11_104">
              <a:extLst>
                <a:ext uri="{FF2B5EF4-FFF2-40B4-BE49-F238E27FC236}">
                  <a16:creationId xmlns:a16="http://schemas.microsoft.com/office/drawing/2014/main" id="{BB616683-4D11-AAE8-637B-F79ADACAD10A}"/>
                </a:ext>
              </a:extLst>
            </p:cNvPr>
            <p:cNvSpPr/>
            <p:nvPr/>
          </p:nvSpPr>
          <p:spPr>
            <a:xfrm>
              <a:off x="5609590" y="3917391"/>
              <a:ext cx="33020" cy="64881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s11_105">
              <a:extLst>
                <a:ext uri="{FF2B5EF4-FFF2-40B4-BE49-F238E27FC236}">
                  <a16:creationId xmlns:a16="http://schemas.microsoft.com/office/drawing/2014/main" id="{9A85741B-91B0-8EB1-F19C-62C251E81888}"/>
                </a:ext>
              </a:extLst>
            </p:cNvPr>
            <p:cNvSpPr/>
            <p:nvPr/>
          </p:nvSpPr>
          <p:spPr>
            <a:xfrm>
              <a:off x="5680146" y="3904399"/>
              <a:ext cx="33020" cy="67480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s11_106">
              <a:extLst>
                <a:ext uri="{FF2B5EF4-FFF2-40B4-BE49-F238E27FC236}">
                  <a16:creationId xmlns:a16="http://schemas.microsoft.com/office/drawing/2014/main" id="{56956A29-7A9D-8C21-0A9E-F7E4FB9AE6A1}"/>
                </a:ext>
              </a:extLst>
            </p:cNvPr>
            <p:cNvSpPr/>
            <p:nvPr/>
          </p:nvSpPr>
          <p:spPr>
            <a:xfrm>
              <a:off x="5750701" y="3913060"/>
              <a:ext cx="33020" cy="65747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s11_107">
              <a:extLst>
                <a:ext uri="{FF2B5EF4-FFF2-40B4-BE49-F238E27FC236}">
                  <a16:creationId xmlns:a16="http://schemas.microsoft.com/office/drawing/2014/main" id="{64E2676F-35A4-DC39-F560-C079745332E8}"/>
                </a:ext>
              </a:extLst>
            </p:cNvPr>
            <p:cNvSpPr/>
            <p:nvPr/>
          </p:nvSpPr>
          <p:spPr>
            <a:xfrm>
              <a:off x="5821257" y="3928021"/>
              <a:ext cx="33020" cy="62755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s11_108">
              <a:extLst>
                <a:ext uri="{FF2B5EF4-FFF2-40B4-BE49-F238E27FC236}">
                  <a16:creationId xmlns:a16="http://schemas.microsoft.com/office/drawing/2014/main" id="{F8D8342D-75ED-8199-8C8E-D8D22116954F}"/>
                </a:ext>
              </a:extLst>
            </p:cNvPr>
            <p:cNvSpPr/>
            <p:nvPr/>
          </p:nvSpPr>
          <p:spPr>
            <a:xfrm>
              <a:off x="5891812" y="3888651"/>
              <a:ext cx="33020" cy="70629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s11_109">
              <a:extLst>
                <a:ext uri="{FF2B5EF4-FFF2-40B4-BE49-F238E27FC236}">
                  <a16:creationId xmlns:a16="http://schemas.microsoft.com/office/drawing/2014/main" id="{998BE6A8-723D-0A1F-8BA8-12DF6A6D346A}"/>
                </a:ext>
              </a:extLst>
            </p:cNvPr>
            <p:cNvSpPr/>
            <p:nvPr/>
          </p:nvSpPr>
          <p:spPr>
            <a:xfrm>
              <a:off x="5962368" y="3890226"/>
              <a:ext cx="33020" cy="7031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s11_110">
              <a:extLst>
                <a:ext uri="{FF2B5EF4-FFF2-40B4-BE49-F238E27FC236}">
                  <a16:creationId xmlns:a16="http://schemas.microsoft.com/office/drawing/2014/main" id="{3FBAC665-3BEA-2EB5-F5B7-FDDF8F7C2205}"/>
                </a:ext>
              </a:extLst>
            </p:cNvPr>
            <p:cNvSpPr/>
            <p:nvPr/>
          </p:nvSpPr>
          <p:spPr>
            <a:xfrm>
              <a:off x="6032923" y="3904399"/>
              <a:ext cx="33020" cy="67480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s11_111">
              <a:extLst>
                <a:ext uri="{FF2B5EF4-FFF2-40B4-BE49-F238E27FC236}">
                  <a16:creationId xmlns:a16="http://schemas.microsoft.com/office/drawing/2014/main" id="{19EB893C-E588-A767-3732-1924573F96FB}"/>
                </a:ext>
              </a:extLst>
            </p:cNvPr>
            <p:cNvSpPr/>
            <p:nvPr/>
          </p:nvSpPr>
          <p:spPr>
            <a:xfrm>
              <a:off x="6103479" y="3893769"/>
              <a:ext cx="33020" cy="69606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s11_112">
              <a:extLst>
                <a:ext uri="{FF2B5EF4-FFF2-40B4-BE49-F238E27FC236}">
                  <a16:creationId xmlns:a16="http://schemas.microsoft.com/office/drawing/2014/main" id="{1B23F3DC-0F93-F2EE-213E-954DA6A10904}"/>
                </a:ext>
              </a:extLst>
            </p:cNvPr>
            <p:cNvSpPr/>
            <p:nvPr/>
          </p:nvSpPr>
          <p:spPr>
            <a:xfrm>
              <a:off x="6174034" y="3936683"/>
              <a:ext cx="33020" cy="6102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s11_113">
              <a:extLst>
                <a:ext uri="{FF2B5EF4-FFF2-40B4-BE49-F238E27FC236}">
                  <a16:creationId xmlns:a16="http://schemas.microsoft.com/office/drawing/2014/main" id="{2FB27394-294A-42AD-30CF-ED0137A15CA9}"/>
                </a:ext>
              </a:extLst>
            </p:cNvPr>
            <p:cNvSpPr/>
            <p:nvPr/>
          </p:nvSpPr>
          <p:spPr>
            <a:xfrm>
              <a:off x="6244590" y="3937864"/>
              <a:ext cx="33020" cy="60787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s11_114">
              <a:extLst>
                <a:ext uri="{FF2B5EF4-FFF2-40B4-BE49-F238E27FC236}">
                  <a16:creationId xmlns:a16="http://schemas.microsoft.com/office/drawing/2014/main" id="{A0506D38-BEFC-F84F-5DA0-B6075C2F23D9}"/>
                </a:ext>
              </a:extLst>
            </p:cNvPr>
            <p:cNvSpPr/>
            <p:nvPr/>
          </p:nvSpPr>
          <p:spPr>
            <a:xfrm>
              <a:off x="6315146" y="3898887"/>
              <a:ext cx="33020" cy="68582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s11_115">
              <a:extLst>
                <a:ext uri="{FF2B5EF4-FFF2-40B4-BE49-F238E27FC236}">
                  <a16:creationId xmlns:a16="http://schemas.microsoft.com/office/drawing/2014/main" id="{C64F2BB2-A75D-F863-7F08-45D3315EE5C7}"/>
                </a:ext>
              </a:extLst>
            </p:cNvPr>
            <p:cNvSpPr/>
            <p:nvPr/>
          </p:nvSpPr>
          <p:spPr>
            <a:xfrm>
              <a:off x="6385701" y="3916997"/>
              <a:ext cx="33020" cy="649605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s11_116">
              <a:extLst>
                <a:ext uri="{FF2B5EF4-FFF2-40B4-BE49-F238E27FC236}">
                  <a16:creationId xmlns:a16="http://schemas.microsoft.com/office/drawing/2014/main" id="{7C1D4219-30B5-406D-CC4F-BC1EAEA2A999}"/>
                </a:ext>
              </a:extLst>
            </p:cNvPr>
            <p:cNvSpPr/>
            <p:nvPr/>
          </p:nvSpPr>
          <p:spPr>
            <a:xfrm>
              <a:off x="6456257" y="3889439"/>
              <a:ext cx="33020" cy="704722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s11_117">
              <a:extLst>
                <a:ext uri="{FF2B5EF4-FFF2-40B4-BE49-F238E27FC236}">
                  <a16:creationId xmlns:a16="http://schemas.microsoft.com/office/drawing/2014/main" id="{9B88336C-33F4-6835-4205-50FC4C0D92AA}"/>
                </a:ext>
              </a:extLst>
            </p:cNvPr>
            <p:cNvSpPr/>
            <p:nvPr/>
          </p:nvSpPr>
          <p:spPr>
            <a:xfrm>
              <a:off x="6526812" y="3952037"/>
              <a:ext cx="33020" cy="579526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s11_118">
              <a:extLst>
                <a:ext uri="{FF2B5EF4-FFF2-40B4-BE49-F238E27FC236}">
                  <a16:creationId xmlns:a16="http://schemas.microsoft.com/office/drawing/2014/main" id="{D1E01B54-AA28-71E1-27E2-2C3EAE214299}"/>
                </a:ext>
              </a:extLst>
            </p:cNvPr>
            <p:cNvSpPr/>
            <p:nvPr/>
          </p:nvSpPr>
          <p:spPr>
            <a:xfrm>
              <a:off x="6597368" y="3977627"/>
              <a:ext cx="33020" cy="528346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s11_119">
              <a:extLst>
                <a:ext uri="{FF2B5EF4-FFF2-40B4-BE49-F238E27FC236}">
                  <a16:creationId xmlns:a16="http://schemas.microsoft.com/office/drawing/2014/main" id="{A9E5AE28-5027-C24A-8D69-57DA35BECEC3}"/>
                </a:ext>
              </a:extLst>
            </p:cNvPr>
            <p:cNvSpPr/>
            <p:nvPr/>
          </p:nvSpPr>
          <p:spPr>
            <a:xfrm>
              <a:off x="6667923" y="3909123"/>
              <a:ext cx="33020" cy="665354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s11_120">
              <a:extLst>
                <a:ext uri="{FF2B5EF4-FFF2-40B4-BE49-F238E27FC236}">
                  <a16:creationId xmlns:a16="http://schemas.microsoft.com/office/drawing/2014/main" id="{F5D0511C-3E04-8A72-541B-C6886D79D5E8}"/>
                </a:ext>
              </a:extLst>
            </p:cNvPr>
            <p:cNvSpPr/>
            <p:nvPr/>
          </p:nvSpPr>
          <p:spPr>
            <a:xfrm>
              <a:off x="6738479" y="3926840"/>
              <a:ext cx="33019" cy="629920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s11_121">
              <a:extLst>
                <a:ext uri="{FF2B5EF4-FFF2-40B4-BE49-F238E27FC236}">
                  <a16:creationId xmlns:a16="http://schemas.microsoft.com/office/drawing/2014/main" id="{8E4CCFBD-F84A-8B95-E16D-FD6FD85F6E4F}"/>
                </a:ext>
              </a:extLst>
            </p:cNvPr>
            <p:cNvSpPr/>
            <p:nvPr/>
          </p:nvSpPr>
          <p:spPr>
            <a:xfrm>
              <a:off x="6809035" y="3962273"/>
              <a:ext cx="33019" cy="55905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s11_122">
              <a:extLst>
                <a:ext uri="{FF2B5EF4-FFF2-40B4-BE49-F238E27FC236}">
                  <a16:creationId xmlns:a16="http://schemas.microsoft.com/office/drawing/2014/main" id="{28DE795B-9421-ECCE-17BC-6499E0071F1A}"/>
                </a:ext>
              </a:extLst>
            </p:cNvPr>
            <p:cNvSpPr/>
            <p:nvPr/>
          </p:nvSpPr>
          <p:spPr>
            <a:xfrm>
              <a:off x="6879590" y="3909911"/>
              <a:ext cx="33020" cy="66377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s11_123">
              <a:extLst>
                <a:ext uri="{FF2B5EF4-FFF2-40B4-BE49-F238E27FC236}">
                  <a16:creationId xmlns:a16="http://schemas.microsoft.com/office/drawing/2014/main" id="{C4138814-292B-6429-D0C8-D77CB800CE7D}"/>
                </a:ext>
              </a:extLst>
            </p:cNvPr>
            <p:cNvSpPr/>
            <p:nvPr/>
          </p:nvSpPr>
          <p:spPr>
            <a:xfrm>
              <a:off x="6950146" y="3977627"/>
              <a:ext cx="33019" cy="52834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s11_124">
              <a:extLst>
                <a:ext uri="{FF2B5EF4-FFF2-40B4-BE49-F238E27FC236}">
                  <a16:creationId xmlns:a16="http://schemas.microsoft.com/office/drawing/2014/main" id="{DB343F8B-DEA4-5530-06C6-E9A433AA7C6B}"/>
                </a:ext>
              </a:extLst>
            </p:cNvPr>
            <p:cNvSpPr/>
            <p:nvPr/>
          </p:nvSpPr>
          <p:spPr>
            <a:xfrm>
              <a:off x="7020701" y="4099674"/>
              <a:ext cx="33020" cy="284251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s11_125">
              <a:extLst>
                <a:ext uri="{FF2B5EF4-FFF2-40B4-BE49-F238E27FC236}">
                  <a16:creationId xmlns:a16="http://schemas.microsoft.com/office/drawing/2014/main" id="{911963E0-0EF7-FDF4-9B6C-A31B9B75BE66}"/>
                </a:ext>
              </a:extLst>
            </p:cNvPr>
            <p:cNvSpPr/>
            <p:nvPr/>
          </p:nvSpPr>
          <p:spPr>
            <a:xfrm>
              <a:off x="7091256" y="3919360"/>
              <a:ext cx="33020" cy="6448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s11_126">
              <a:extLst>
                <a:ext uri="{FF2B5EF4-FFF2-40B4-BE49-F238E27FC236}">
                  <a16:creationId xmlns:a16="http://schemas.microsoft.com/office/drawing/2014/main" id="{4BD7A82B-9CC8-D6A0-BADA-0F8D4685962A}"/>
                </a:ext>
              </a:extLst>
            </p:cNvPr>
            <p:cNvSpPr/>
            <p:nvPr/>
          </p:nvSpPr>
          <p:spPr>
            <a:xfrm>
              <a:off x="7161812" y="3892194"/>
              <a:ext cx="33020" cy="699211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s11_127">
              <a:extLst>
                <a:ext uri="{FF2B5EF4-FFF2-40B4-BE49-F238E27FC236}">
                  <a16:creationId xmlns:a16="http://schemas.microsoft.com/office/drawing/2014/main" id="{CD2EFD97-323D-6D09-CE4E-F0C7BEA402BE}"/>
                </a:ext>
              </a:extLst>
            </p:cNvPr>
            <p:cNvSpPr/>
            <p:nvPr/>
          </p:nvSpPr>
          <p:spPr>
            <a:xfrm>
              <a:off x="7232368" y="3890619"/>
              <a:ext cx="33020" cy="702361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s11_128">
              <a:extLst>
                <a:ext uri="{FF2B5EF4-FFF2-40B4-BE49-F238E27FC236}">
                  <a16:creationId xmlns:a16="http://schemas.microsoft.com/office/drawing/2014/main" id="{D26BC39C-5853-2251-F6B6-D89E38BB9969}"/>
                </a:ext>
              </a:extLst>
            </p:cNvPr>
            <p:cNvSpPr/>
            <p:nvPr/>
          </p:nvSpPr>
          <p:spPr>
            <a:xfrm>
              <a:off x="7302923" y="3913848"/>
              <a:ext cx="33020" cy="65590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s11_129">
              <a:extLst>
                <a:ext uri="{FF2B5EF4-FFF2-40B4-BE49-F238E27FC236}">
                  <a16:creationId xmlns:a16="http://schemas.microsoft.com/office/drawing/2014/main" id="{B300F9E5-207D-0D18-F84B-17D9AFBEF8D4}"/>
                </a:ext>
              </a:extLst>
            </p:cNvPr>
            <p:cNvSpPr/>
            <p:nvPr/>
          </p:nvSpPr>
          <p:spPr>
            <a:xfrm>
              <a:off x="7373479" y="3991407"/>
              <a:ext cx="33019" cy="50078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s11_130">
              <a:extLst>
                <a:ext uri="{FF2B5EF4-FFF2-40B4-BE49-F238E27FC236}">
                  <a16:creationId xmlns:a16="http://schemas.microsoft.com/office/drawing/2014/main" id="{EF7D6593-0CE0-9F6F-3CB1-44A11597EF0C}"/>
                </a:ext>
              </a:extLst>
            </p:cNvPr>
            <p:cNvSpPr/>
            <p:nvPr/>
          </p:nvSpPr>
          <p:spPr>
            <a:xfrm>
              <a:off x="7444035" y="4105973"/>
              <a:ext cx="33019" cy="27165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s11_131">
              <a:extLst>
                <a:ext uri="{FF2B5EF4-FFF2-40B4-BE49-F238E27FC236}">
                  <a16:creationId xmlns:a16="http://schemas.microsoft.com/office/drawing/2014/main" id="{8E67D245-CE99-0856-4317-29CF0BEEE4E1}"/>
                </a:ext>
              </a:extLst>
            </p:cNvPr>
            <p:cNvSpPr/>
            <p:nvPr/>
          </p:nvSpPr>
          <p:spPr>
            <a:xfrm>
              <a:off x="7514590" y="4013454"/>
              <a:ext cx="33020" cy="45669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s11_132">
              <a:extLst>
                <a:ext uri="{FF2B5EF4-FFF2-40B4-BE49-F238E27FC236}">
                  <a16:creationId xmlns:a16="http://schemas.microsoft.com/office/drawing/2014/main" id="{F82F18C6-C613-8520-39DF-96AFB9ACF7DE}"/>
                </a:ext>
              </a:extLst>
            </p:cNvPr>
            <p:cNvSpPr/>
            <p:nvPr/>
          </p:nvSpPr>
          <p:spPr>
            <a:xfrm>
              <a:off x="7585146" y="4009517"/>
              <a:ext cx="33019" cy="46456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s11_133">
              <a:extLst>
                <a:ext uri="{FF2B5EF4-FFF2-40B4-BE49-F238E27FC236}">
                  <a16:creationId xmlns:a16="http://schemas.microsoft.com/office/drawing/2014/main" id="{931988C9-6A1D-0C6F-8092-281FDC5D2DA4}"/>
                </a:ext>
              </a:extLst>
            </p:cNvPr>
            <p:cNvSpPr/>
            <p:nvPr/>
          </p:nvSpPr>
          <p:spPr>
            <a:xfrm>
              <a:off x="7655701" y="4054399"/>
              <a:ext cx="33020" cy="37480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s11_134">
              <a:extLst>
                <a:ext uri="{FF2B5EF4-FFF2-40B4-BE49-F238E27FC236}">
                  <a16:creationId xmlns:a16="http://schemas.microsoft.com/office/drawing/2014/main" id="{EA57F68A-F449-948F-5FFD-14EE025663A3}"/>
                </a:ext>
              </a:extLst>
            </p:cNvPr>
            <p:cNvSpPr/>
            <p:nvPr/>
          </p:nvSpPr>
          <p:spPr>
            <a:xfrm>
              <a:off x="7726256" y="3941800"/>
              <a:ext cx="33020" cy="60000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s11_135">
              <a:extLst>
                <a:ext uri="{FF2B5EF4-FFF2-40B4-BE49-F238E27FC236}">
                  <a16:creationId xmlns:a16="http://schemas.microsoft.com/office/drawing/2014/main" id="{1E4C0EA8-2049-B034-3886-55CDE435F488}"/>
                </a:ext>
              </a:extLst>
            </p:cNvPr>
            <p:cNvSpPr/>
            <p:nvPr/>
          </p:nvSpPr>
          <p:spPr>
            <a:xfrm>
              <a:off x="7796812" y="3919360"/>
              <a:ext cx="33020" cy="6448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s11_136">
              <a:extLst>
                <a:ext uri="{FF2B5EF4-FFF2-40B4-BE49-F238E27FC236}">
                  <a16:creationId xmlns:a16="http://schemas.microsoft.com/office/drawing/2014/main" id="{5F317D88-8B49-1DAD-08D2-2853DF92C5A6}"/>
                </a:ext>
              </a:extLst>
            </p:cNvPr>
            <p:cNvSpPr/>
            <p:nvPr/>
          </p:nvSpPr>
          <p:spPr>
            <a:xfrm>
              <a:off x="7867368" y="4093375"/>
              <a:ext cx="33020" cy="29685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s11_137">
              <a:extLst>
                <a:ext uri="{FF2B5EF4-FFF2-40B4-BE49-F238E27FC236}">
                  <a16:creationId xmlns:a16="http://schemas.microsoft.com/office/drawing/2014/main" id="{89FB45EE-E3DE-E722-77C8-F4C589C06645}"/>
                </a:ext>
              </a:extLst>
            </p:cNvPr>
            <p:cNvSpPr/>
            <p:nvPr/>
          </p:nvSpPr>
          <p:spPr>
            <a:xfrm>
              <a:off x="7937923" y="3962667"/>
              <a:ext cx="33020" cy="55826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s11_138">
              <a:extLst>
                <a:ext uri="{FF2B5EF4-FFF2-40B4-BE49-F238E27FC236}">
                  <a16:creationId xmlns:a16="http://schemas.microsoft.com/office/drawing/2014/main" id="{A7C0F9A7-3CCA-3FCE-DBC9-835B7497F4B8}"/>
                </a:ext>
              </a:extLst>
            </p:cNvPr>
            <p:cNvSpPr/>
            <p:nvPr/>
          </p:nvSpPr>
          <p:spPr>
            <a:xfrm>
              <a:off x="8008479" y="3997312"/>
              <a:ext cx="33019" cy="48897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s11_139">
              <a:extLst>
                <a:ext uri="{FF2B5EF4-FFF2-40B4-BE49-F238E27FC236}">
                  <a16:creationId xmlns:a16="http://schemas.microsoft.com/office/drawing/2014/main" id="{82165C5F-2A12-EABE-A785-AC32712C65D5}"/>
                </a:ext>
              </a:extLst>
            </p:cNvPr>
            <p:cNvSpPr/>
            <p:nvPr/>
          </p:nvSpPr>
          <p:spPr>
            <a:xfrm>
              <a:off x="8079035" y="4113847"/>
              <a:ext cx="33019" cy="25590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s11_140">
              <a:extLst>
                <a:ext uri="{FF2B5EF4-FFF2-40B4-BE49-F238E27FC236}">
                  <a16:creationId xmlns:a16="http://schemas.microsoft.com/office/drawing/2014/main" id="{549F77FD-064B-2842-AD56-27B386FA5623}"/>
                </a:ext>
              </a:extLst>
            </p:cNvPr>
            <p:cNvSpPr/>
            <p:nvPr/>
          </p:nvSpPr>
          <p:spPr>
            <a:xfrm>
              <a:off x="8149590" y="4202430"/>
              <a:ext cx="33020" cy="7874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s11_141">
              <a:extLst>
                <a:ext uri="{FF2B5EF4-FFF2-40B4-BE49-F238E27FC236}">
                  <a16:creationId xmlns:a16="http://schemas.microsoft.com/office/drawing/2014/main" id="{6171B118-3397-5183-7227-EE79215DC70D}"/>
                </a:ext>
              </a:extLst>
            </p:cNvPr>
            <p:cNvSpPr/>
            <p:nvPr/>
          </p:nvSpPr>
          <p:spPr>
            <a:xfrm>
              <a:off x="8220146" y="4195344"/>
              <a:ext cx="33019" cy="9291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s11_142">
              <a:extLst>
                <a:ext uri="{FF2B5EF4-FFF2-40B4-BE49-F238E27FC236}">
                  <a16:creationId xmlns:a16="http://schemas.microsoft.com/office/drawing/2014/main" id="{580659E3-81A5-6D7E-109F-1106909A59CD}"/>
                </a:ext>
              </a:extLst>
            </p:cNvPr>
            <p:cNvSpPr/>
            <p:nvPr/>
          </p:nvSpPr>
          <p:spPr>
            <a:xfrm>
              <a:off x="8290701" y="4198493"/>
              <a:ext cx="33020" cy="8661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s11_143">
              <a:extLst>
                <a:ext uri="{FF2B5EF4-FFF2-40B4-BE49-F238E27FC236}">
                  <a16:creationId xmlns:a16="http://schemas.microsoft.com/office/drawing/2014/main" id="{11EC121B-6A07-8767-9C26-E7F3C40A1E44}"/>
                </a:ext>
              </a:extLst>
            </p:cNvPr>
            <p:cNvSpPr/>
            <p:nvPr/>
          </p:nvSpPr>
          <p:spPr>
            <a:xfrm>
              <a:off x="8361256" y="4207942"/>
              <a:ext cx="33020" cy="6771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s11_144">
              <a:extLst>
                <a:ext uri="{FF2B5EF4-FFF2-40B4-BE49-F238E27FC236}">
                  <a16:creationId xmlns:a16="http://schemas.microsoft.com/office/drawing/2014/main" id="{143A01EC-E24B-EE15-E8BE-D7BB119125C4}"/>
                </a:ext>
              </a:extLst>
            </p:cNvPr>
            <p:cNvSpPr/>
            <p:nvPr/>
          </p:nvSpPr>
          <p:spPr>
            <a:xfrm>
              <a:off x="8431812" y="42265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s11_145">
              <a:extLst>
                <a:ext uri="{FF2B5EF4-FFF2-40B4-BE49-F238E27FC236}">
                  <a16:creationId xmlns:a16="http://schemas.microsoft.com/office/drawing/2014/main" id="{F36BE267-3E3D-941E-963E-925E5965267F}"/>
                </a:ext>
              </a:extLst>
            </p:cNvPr>
            <p:cNvSpPr/>
            <p:nvPr/>
          </p:nvSpPr>
          <p:spPr>
            <a:xfrm>
              <a:off x="8502368" y="42265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s11_146">
              <a:extLst>
                <a:ext uri="{FF2B5EF4-FFF2-40B4-BE49-F238E27FC236}">
                  <a16:creationId xmlns:a16="http://schemas.microsoft.com/office/drawing/2014/main" id="{16E04EDA-83EA-65EB-4209-DDC9B967DCEF}"/>
                </a:ext>
              </a:extLst>
            </p:cNvPr>
            <p:cNvSpPr/>
            <p:nvPr/>
          </p:nvSpPr>
          <p:spPr>
            <a:xfrm>
              <a:off x="8572923" y="3959123"/>
              <a:ext cx="33020" cy="56535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s11_147">
              <a:extLst>
                <a:ext uri="{FF2B5EF4-FFF2-40B4-BE49-F238E27FC236}">
                  <a16:creationId xmlns:a16="http://schemas.microsoft.com/office/drawing/2014/main" id="{57A1A0BE-430E-CCF3-F294-7C5FDB58838A}"/>
                </a:ext>
              </a:extLst>
            </p:cNvPr>
            <p:cNvSpPr/>
            <p:nvPr/>
          </p:nvSpPr>
          <p:spPr>
            <a:xfrm>
              <a:off x="8643479" y="4050855"/>
              <a:ext cx="33019" cy="38189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s11_148">
              <a:extLst>
                <a:ext uri="{FF2B5EF4-FFF2-40B4-BE49-F238E27FC236}">
                  <a16:creationId xmlns:a16="http://schemas.microsoft.com/office/drawing/2014/main" id="{BB277E48-13CB-92DD-1073-EDDC89BA9445}"/>
                </a:ext>
              </a:extLst>
            </p:cNvPr>
            <p:cNvSpPr/>
            <p:nvPr/>
          </p:nvSpPr>
          <p:spPr>
            <a:xfrm>
              <a:off x="8714035" y="3926053"/>
              <a:ext cx="33019" cy="63149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s11_149">
              <a:extLst>
                <a:ext uri="{FF2B5EF4-FFF2-40B4-BE49-F238E27FC236}">
                  <a16:creationId xmlns:a16="http://schemas.microsoft.com/office/drawing/2014/main" id="{2A5187B3-411C-5D0D-E092-E48449578C58}"/>
                </a:ext>
              </a:extLst>
            </p:cNvPr>
            <p:cNvSpPr/>
            <p:nvPr/>
          </p:nvSpPr>
          <p:spPr>
            <a:xfrm>
              <a:off x="8784590" y="3934320"/>
              <a:ext cx="33020" cy="61496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s11_150">
              <a:extLst>
                <a:ext uri="{FF2B5EF4-FFF2-40B4-BE49-F238E27FC236}">
                  <a16:creationId xmlns:a16="http://schemas.microsoft.com/office/drawing/2014/main" id="{3E45EE16-A133-4B90-1152-9D717B85A8A5}"/>
                </a:ext>
              </a:extLst>
            </p:cNvPr>
            <p:cNvSpPr/>
            <p:nvPr/>
          </p:nvSpPr>
          <p:spPr>
            <a:xfrm>
              <a:off x="8855146" y="3954793"/>
              <a:ext cx="33019" cy="57401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s11_151">
              <a:extLst>
                <a:ext uri="{FF2B5EF4-FFF2-40B4-BE49-F238E27FC236}">
                  <a16:creationId xmlns:a16="http://schemas.microsoft.com/office/drawing/2014/main" id="{21A77671-6CDD-BEB0-38B0-DEA0508ED3C8}"/>
                </a:ext>
              </a:extLst>
            </p:cNvPr>
            <p:cNvSpPr/>
            <p:nvPr/>
          </p:nvSpPr>
          <p:spPr>
            <a:xfrm>
              <a:off x="8925701" y="3913060"/>
              <a:ext cx="33020" cy="65747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s11_152">
              <a:extLst>
                <a:ext uri="{FF2B5EF4-FFF2-40B4-BE49-F238E27FC236}">
                  <a16:creationId xmlns:a16="http://schemas.microsoft.com/office/drawing/2014/main" id="{11D03F4A-8965-C1DC-8277-F331D09D0E8A}"/>
                </a:ext>
              </a:extLst>
            </p:cNvPr>
            <p:cNvSpPr/>
            <p:nvPr/>
          </p:nvSpPr>
          <p:spPr>
            <a:xfrm>
              <a:off x="8996256" y="3918179"/>
              <a:ext cx="33020" cy="64724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s11_153">
              <a:extLst>
                <a:ext uri="{FF2B5EF4-FFF2-40B4-BE49-F238E27FC236}">
                  <a16:creationId xmlns:a16="http://schemas.microsoft.com/office/drawing/2014/main" id="{B60068C3-FD47-8F3B-93AC-F9C55A5BCE89}"/>
                </a:ext>
              </a:extLst>
            </p:cNvPr>
            <p:cNvSpPr/>
            <p:nvPr/>
          </p:nvSpPr>
          <p:spPr>
            <a:xfrm>
              <a:off x="9066812" y="3934714"/>
              <a:ext cx="33020" cy="61417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s11_154">
              <a:extLst>
                <a:ext uri="{FF2B5EF4-FFF2-40B4-BE49-F238E27FC236}">
                  <a16:creationId xmlns:a16="http://schemas.microsoft.com/office/drawing/2014/main" id="{615668D3-104C-27B8-A9EC-F4B40BFB7D17}"/>
                </a:ext>
              </a:extLst>
            </p:cNvPr>
            <p:cNvSpPr txBox="1"/>
            <p:nvPr/>
          </p:nvSpPr>
          <p:spPr>
            <a:xfrm>
              <a:off x="9448800" y="3809999"/>
              <a:ext cx="2032000" cy="635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4400">
                  <a:solidFill>
                    <a:srgbClr val="F3F2EE"/>
                  </a:solidFill>
                  <a:latin typeface="Segoe UI Light" panose="020B0502040204020203" pitchFamily="34" charset="0"/>
                </a:rPr>
                <a:t>0.976</a:t>
              </a:r>
            </a:p>
          </p:txBody>
        </p:sp>
        <p:sp>
          <p:nvSpPr>
            <p:cNvPr id="156" name="s11_155">
              <a:extLst>
                <a:ext uri="{FF2B5EF4-FFF2-40B4-BE49-F238E27FC236}">
                  <a16:creationId xmlns:a16="http://schemas.microsoft.com/office/drawing/2014/main" id="{80964C6E-9B30-C111-A6AC-384F873060B3}"/>
                </a:ext>
              </a:extLst>
            </p:cNvPr>
            <p:cNvSpPr txBox="1"/>
            <p:nvPr/>
          </p:nvSpPr>
          <p:spPr>
            <a:xfrm>
              <a:off x="9474200" y="4470400"/>
              <a:ext cx="2032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voice similarity</a:t>
              </a:r>
            </a:p>
          </p:txBody>
        </p:sp>
      </p:grpSp>
      <p:sp>
        <p:nvSpPr>
          <p:cNvPr id="158" name="s11_157">
            <a:extLst>
              <a:ext uri="{FF2B5EF4-FFF2-40B4-BE49-F238E27FC236}">
                <a16:creationId xmlns:a16="http://schemas.microsoft.com/office/drawing/2014/main" id="{3D7D034F-1E69-BE82-646C-196C97B5D803}"/>
              </a:ext>
            </a:extLst>
          </p:cNvPr>
          <p:cNvSpPr txBox="1"/>
          <p:nvPr/>
        </p:nvSpPr>
        <p:spPr>
          <a:xfrm>
            <a:off x="711200" y="5714999"/>
            <a:ext cx="10769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00">
                <a:solidFill>
                  <a:srgbClr val="75716A"/>
                </a:solidFill>
                <a:latin typeface="Segoe UI" panose="020B0502040204020203" pitchFamily="34" charset="0"/>
              </a:rPr>
              <a:t>Similarity of the edited clip to the original voice. PlayDiffusion on 10 real recordings (LibriSpeech, AMI, DisfluencySpeech); same engine, same edits. Green = AI-generated audio.</a:t>
            </a:r>
          </a:p>
        </p:txBody>
      </p:sp>
    </p:spTree>
    <p:extLst>
      <p:ext uri="{BB962C8B-B14F-4D97-AF65-F5344CB8AC3E}">
        <p14:creationId xmlns:p14="http://schemas.microsoft.com/office/powerpoint/2010/main" val="18946052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_1">
            <a:extLst>
              <a:ext uri="{FF2B5EF4-FFF2-40B4-BE49-F238E27FC236}">
                <a16:creationId xmlns:a16="http://schemas.microsoft.com/office/drawing/2014/main" id="{019EAE62-05D1-2E49-A7FC-352F808EC8C0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BENCHMARKS</a:t>
            </a:r>
          </a:p>
        </p:txBody>
      </p:sp>
      <p:sp>
        <p:nvSpPr>
          <p:cNvPr id="3" name="s12_2">
            <a:extLst>
              <a:ext uri="{FF2B5EF4-FFF2-40B4-BE49-F238E27FC236}">
                <a16:creationId xmlns:a16="http://schemas.microsoft.com/office/drawing/2014/main" id="{93F4244D-62A7-677B-04F4-FFA35FE7EAF2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4000">
                <a:solidFill>
                  <a:srgbClr val="F3F2EE"/>
                </a:solidFill>
                <a:latin typeface="Sitka Display" pitchFamily="2" charset="0"/>
              </a:rPr>
              <a:t>Measured on real speech.</a:t>
            </a:r>
          </a:p>
        </p:txBody>
      </p:sp>
      <p:sp>
        <p:nvSpPr>
          <p:cNvPr id="4" name="s12_3">
            <a:extLst>
              <a:ext uri="{FF2B5EF4-FFF2-40B4-BE49-F238E27FC236}">
                <a16:creationId xmlns:a16="http://schemas.microsoft.com/office/drawing/2014/main" id="{950124D5-48B0-0422-AED4-A011B1ECB61E}"/>
              </a:ext>
            </a:extLst>
          </p:cNvPr>
          <p:cNvSpPr txBox="1"/>
          <p:nvPr/>
        </p:nvSpPr>
        <p:spPr>
          <a:xfrm>
            <a:off x="711200" y="1727200"/>
            <a:ext cx="1905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STEP</a:t>
            </a:r>
          </a:p>
        </p:txBody>
      </p:sp>
      <p:sp>
        <p:nvSpPr>
          <p:cNvPr id="5" name="s12_4">
            <a:extLst>
              <a:ext uri="{FF2B5EF4-FFF2-40B4-BE49-F238E27FC236}">
                <a16:creationId xmlns:a16="http://schemas.microsoft.com/office/drawing/2014/main" id="{1320884D-4D96-0042-4722-66D4504E96DC}"/>
              </a:ext>
            </a:extLst>
          </p:cNvPr>
          <p:cNvSpPr txBox="1"/>
          <p:nvPr/>
        </p:nvSpPr>
        <p:spPr>
          <a:xfrm>
            <a:off x="2743200" y="1727200"/>
            <a:ext cx="457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WHAT WE COMPARED</a:t>
            </a:r>
          </a:p>
        </p:txBody>
      </p:sp>
      <p:sp>
        <p:nvSpPr>
          <p:cNvPr id="6" name="s12_5">
            <a:extLst>
              <a:ext uri="{FF2B5EF4-FFF2-40B4-BE49-F238E27FC236}">
                <a16:creationId xmlns:a16="http://schemas.microsoft.com/office/drawing/2014/main" id="{3D756404-3AC8-8332-8018-D7875E1E0679}"/>
              </a:ext>
            </a:extLst>
          </p:cNvPr>
          <p:cNvSpPr txBox="1"/>
          <p:nvPr/>
        </p:nvSpPr>
        <p:spPr>
          <a:xfrm>
            <a:off x="7670800" y="1727200"/>
            <a:ext cx="381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BEST RESULT</a:t>
            </a:r>
          </a:p>
        </p:txBody>
      </p:sp>
      <p:grpSp>
        <p:nvGrpSpPr>
          <p:cNvPr id="12" name="s12_11">
            <a:extLst>
              <a:ext uri="{FF2B5EF4-FFF2-40B4-BE49-F238E27FC236}">
                <a16:creationId xmlns:a16="http://schemas.microsoft.com/office/drawing/2014/main" id="{CB338752-D2B4-8B91-E266-DF74E723F989}"/>
              </a:ext>
            </a:extLst>
          </p:cNvPr>
          <p:cNvGrpSpPr/>
          <p:nvPr/>
        </p:nvGrpSpPr>
        <p:grpSpPr>
          <a:xfrm>
            <a:off x="711200" y="2057400"/>
            <a:ext cx="10769600" cy="635000"/>
            <a:chOff x="711200" y="2057400"/>
            <a:chExt cx="10769600" cy="635000"/>
          </a:xfrm>
        </p:grpSpPr>
        <p:cxnSp>
          <p:nvCxnSpPr>
            <p:cNvPr id="7" name="s12_6">
              <a:extLst>
                <a:ext uri="{FF2B5EF4-FFF2-40B4-BE49-F238E27FC236}">
                  <a16:creationId xmlns:a16="http://schemas.microsoft.com/office/drawing/2014/main" id="{8661B93C-26F4-E0CE-ED12-A0D04608976B}"/>
                </a:ext>
              </a:extLst>
            </p:cNvPr>
            <p:cNvCxnSpPr/>
            <p:nvPr/>
          </p:nvCxnSpPr>
          <p:spPr>
            <a:xfrm>
              <a:off x="711200" y="2057400"/>
              <a:ext cx="1076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s12_7">
              <a:extLst>
                <a:ext uri="{FF2B5EF4-FFF2-40B4-BE49-F238E27FC236}">
                  <a16:creationId xmlns:a16="http://schemas.microsoft.com/office/drawing/2014/main" id="{704E89D6-5D97-DCEB-8012-494FC505417C}"/>
                </a:ext>
              </a:extLst>
            </p:cNvPr>
            <p:cNvSpPr txBox="1"/>
            <p:nvPr/>
          </p:nvSpPr>
          <p:spPr>
            <a:xfrm>
              <a:off x="711200" y="2184399"/>
              <a:ext cx="1905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450">
                  <a:solidFill>
                    <a:srgbClr val="F3F2EE"/>
                  </a:solidFill>
                  <a:latin typeface="Segoe UI Semibold" panose="020B0702040204020203" pitchFamily="34" charset="0"/>
                </a:rPr>
                <a:t>Clean up</a:t>
              </a:r>
            </a:p>
          </p:txBody>
        </p:sp>
        <p:sp>
          <p:nvSpPr>
            <p:cNvPr id="9" name="s12_8">
              <a:extLst>
                <a:ext uri="{FF2B5EF4-FFF2-40B4-BE49-F238E27FC236}">
                  <a16:creationId xmlns:a16="http://schemas.microsoft.com/office/drawing/2014/main" id="{F2D43103-A36C-363C-A2A2-8784E90B6EBF}"/>
                </a:ext>
              </a:extLst>
            </p:cNvPr>
            <p:cNvSpPr txBox="1"/>
            <p:nvPr/>
          </p:nvSpPr>
          <p:spPr>
            <a:xfrm>
              <a:off x="2743200" y="2171699"/>
              <a:ext cx="4699000" cy="50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A8A49C"/>
                  </a:solidFill>
                  <a:latin typeface="Segoe UI" panose="020B0502040204020203" pitchFamily="34" charset="0"/>
                </a:rPr>
                <a:t>Qwen3-8B, Qwen3.6-35B-A3B, + a repair rule</a:t>
              </a:r>
            </a:p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75716A"/>
                  </a:solidFill>
                  <a:latin typeface="Segoe UI" panose="020B0502040204020203" pitchFamily="34" charset="0"/>
                </a:rPr>
                <a:t>28 messages, 10 of them trick sentences</a:t>
              </a:r>
            </a:p>
          </p:txBody>
        </p:sp>
        <p:sp>
          <p:nvSpPr>
            <p:cNvPr id="10" name="s12_9">
              <a:extLst>
                <a:ext uri="{FF2B5EF4-FFF2-40B4-BE49-F238E27FC236}">
                  <a16:creationId xmlns:a16="http://schemas.microsoft.com/office/drawing/2014/main" id="{FEDE7C69-842E-1730-EB95-6D844285A279}"/>
                </a:ext>
              </a:extLst>
            </p:cNvPr>
            <p:cNvSpPr txBox="1"/>
            <p:nvPr/>
          </p:nvSpPr>
          <p:spPr>
            <a:xfrm>
              <a:off x="7670800" y="2146299"/>
              <a:ext cx="3810000" cy="330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>
                  <a:solidFill>
                    <a:srgbClr val="4CC89B"/>
                  </a:solidFill>
                  <a:latin typeface="Segoe UI Semibold" panose="020B0702040204020203" pitchFamily="34" charset="0"/>
                </a:rPr>
                <a:t>24/28 exact</a:t>
              </a:r>
            </a:p>
          </p:txBody>
        </p:sp>
        <p:sp>
          <p:nvSpPr>
            <p:cNvPr id="11" name="s12_10">
              <a:extLst>
                <a:ext uri="{FF2B5EF4-FFF2-40B4-BE49-F238E27FC236}">
                  <a16:creationId xmlns:a16="http://schemas.microsoft.com/office/drawing/2014/main" id="{4EECD8E1-A509-A529-321B-E17EF2861454}"/>
                </a:ext>
              </a:extLst>
            </p:cNvPr>
            <p:cNvSpPr txBox="1"/>
            <p:nvPr/>
          </p:nvSpPr>
          <p:spPr>
            <a:xfrm>
              <a:off x="7670800" y="2463800"/>
              <a:ext cx="3810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0/10 wrong deletions (first try: 9/28, 2/10)</a:t>
              </a:r>
            </a:p>
          </p:txBody>
        </p:sp>
      </p:grpSp>
      <p:grpSp>
        <p:nvGrpSpPr>
          <p:cNvPr id="18" name="s12_17">
            <a:extLst>
              <a:ext uri="{FF2B5EF4-FFF2-40B4-BE49-F238E27FC236}">
                <a16:creationId xmlns:a16="http://schemas.microsoft.com/office/drawing/2014/main" id="{1B52DBA4-0D37-31DC-FFEF-F315934876FE}"/>
              </a:ext>
            </a:extLst>
          </p:cNvPr>
          <p:cNvGrpSpPr/>
          <p:nvPr/>
        </p:nvGrpSpPr>
        <p:grpSpPr>
          <a:xfrm>
            <a:off x="711200" y="2768600"/>
            <a:ext cx="10769600" cy="635000"/>
            <a:chOff x="711200" y="2768600"/>
            <a:chExt cx="10769600" cy="635000"/>
          </a:xfrm>
        </p:grpSpPr>
        <p:cxnSp>
          <p:nvCxnSpPr>
            <p:cNvPr id="13" name="s12_12">
              <a:extLst>
                <a:ext uri="{FF2B5EF4-FFF2-40B4-BE49-F238E27FC236}">
                  <a16:creationId xmlns:a16="http://schemas.microsoft.com/office/drawing/2014/main" id="{F9EFE5BB-9D69-C643-2B41-30574AD18783}"/>
                </a:ext>
              </a:extLst>
            </p:cNvPr>
            <p:cNvCxnSpPr/>
            <p:nvPr/>
          </p:nvCxnSpPr>
          <p:spPr>
            <a:xfrm>
              <a:off x="711200" y="2768600"/>
              <a:ext cx="1076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s12_13">
              <a:extLst>
                <a:ext uri="{FF2B5EF4-FFF2-40B4-BE49-F238E27FC236}">
                  <a16:creationId xmlns:a16="http://schemas.microsoft.com/office/drawing/2014/main" id="{773A43E6-E7A7-F749-D81D-65939E38D7AB}"/>
                </a:ext>
              </a:extLst>
            </p:cNvPr>
            <p:cNvSpPr txBox="1"/>
            <p:nvPr/>
          </p:nvSpPr>
          <p:spPr>
            <a:xfrm>
              <a:off x="711200" y="2895599"/>
              <a:ext cx="1905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450">
                  <a:solidFill>
                    <a:srgbClr val="F3F2EE"/>
                  </a:solidFill>
                  <a:latin typeface="Segoe UI Semibold" panose="020B0702040204020203" pitchFamily="34" charset="0"/>
                </a:rPr>
                <a:t>Live undo</a:t>
              </a:r>
            </a:p>
          </p:txBody>
        </p:sp>
        <p:sp>
          <p:nvSpPr>
            <p:cNvPr id="15" name="s12_14">
              <a:extLst>
                <a:ext uri="{FF2B5EF4-FFF2-40B4-BE49-F238E27FC236}">
                  <a16:creationId xmlns:a16="http://schemas.microsoft.com/office/drawing/2014/main" id="{6C17391E-0607-1295-5B5C-315D3B80BA9A}"/>
                </a:ext>
              </a:extLst>
            </p:cNvPr>
            <p:cNvSpPr txBox="1"/>
            <p:nvPr/>
          </p:nvSpPr>
          <p:spPr>
            <a:xfrm>
              <a:off x="2743200" y="2882899"/>
              <a:ext cx="4699000" cy="50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A8A49C"/>
                  </a:solidFill>
                  <a:latin typeface="Segoe UI" panose="020B0502040204020203" pitchFamily="34" charset="0"/>
                </a:rPr>
                <a:t>Undo and “scratch that” while recording</a:t>
              </a:r>
            </a:p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75716A"/>
                  </a:solidFill>
                  <a:latin typeface="Segoe UI" panose="020B0502040204020203" pitchFamily="34" charset="0"/>
                </a:rPr>
                <a:t>6 partial messages</a:t>
              </a:r>
            </a:p>
          </p:txBody>
        </p:sp>
        <p:sp>
          <p:nvSpPr>
            <p:cNvPr id="16" name="s12_15">
              <a:extLst>
                <a:ext uri="{FF2B5EF4-FFF2-40B4-BE49-F238E27FC236}">
                  <a16:creationId xmlns:a16="http://schemas.microsoft.com/office/drawing/2014/main" id="{95647E6F-F854-93F8-DEF8-F0A96EB03A9D}"/>
                </a:ext>
              </a:extLst>
            </p:cNvPr>
            <p:cNvSpPr txBox="1"/>
            <p:nvPr/>
          </p:nvSpPr>
          <p:spPr>
            <a:xfrm>
              <a:off x="7670800" y="2857499"/>
              <a:ext cx="3810000" cy="330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>
                  <a:solidFill>
                    <a:srgbClr val="4CC89B"/>
                  </a:solidFill>
                  <a:latin typeface="Segoe UI Semibold" panose="020B0702040204020203" pitchFamily="34" charset="0"/>
                </a:rPr>
                <a:t>351 ms</a:t>
              </a:r>
            </a:p>
          </p:txBody>
        </p:sp>
        <p:sp>
          <p:nvSpPr>
            <p:cNvPr id="17" name="s12_16">
              <a:extLst>
                <a:ext uri="{FF2B5EF4-FFF2-40B4-BE49-F238E27FC236}">
                  <a16:creationId xmlns:a16="http://schemas.microsoft.com/office/drawing/2014/main" id="{81D67EA0-3B2D-C4FD-AB19-FE639A911E68}"/>
                </a:ext>
              </a:extLst>
            </p:cNvPr>
            <p:cNvSpPr txBox="1"/>
            <p:nvPr/>
          </p:nvSpPr>
          <p:spPr>
            <a:xfrm>
              <a:off x="7670800" y="3175000"/>
              <a:ext cx="3810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6/6 correct; 395 ms through the public proxy</a:t>
              </a:r>
            </a:p>
          </p:txBody>
        </p:sp>
      </p:grpSp>
      <p:grpSp>
        <p:nvGrpSpPr>
          <p:cNvPr id="24" name="s12_23">
            <a:extLst>
              <a:ext uri="{FF2B5EF4-FFF2-40B4-BE49-F238E27FC236}">
                <a16:creationId xmlns:a16="http://schemas.microsoft.com/office/drawing/2014/main" id="{49454A03-9736-61ED-DB77-B5EFA6012E5A}"/>
              </a:ext>
            </a:extLst>
          </p:cNvPr>
          <p:cNvGrpSpPr/>
          <p:nvPr/>
        </p:nvGrpSpPr>
        <p:grpSpPr>
          <a:xfrm>
            <a:off x="711200" y="3479800"/>
            <a:ext cx="10769600" cy="635000"/>
            <a:chOff x="711200" y="3479800"/>
            <a:chExt cx="10769600" cy="635000"/>
          </a:xfrm>
        </p:grpSpPr>
        <p:cxnSp>
          <p:nvCxnSpPr>
            <p:cNvPr id="19" name="s12_18">
              <a:extLst>
                <a:ext uri="{FF2B5EF4-FFF2-40B4-BE49-F238E27FC236}">
                  <a16:creationId xmlns:a16="http://schemas.microsoft.com/office/drawing/2014/main" id="{1CE4A52B-890D-06BE-DA7D-FEE2D1F9EDDD}"/>
                </a:ext>
              </a:extLst>
            </p:cNvPr>
            <p:cNvCxnSpPr/>
            <p:nvPr/>
          </p:nvCxnSpPr>
          <p:spPr>
            <a:xfrm>
              <a:off x="711200" y="3479800"/>
              <a:ext cx="1076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s12_19">
              <a:extLst>
                <a:ext uri="{FF2B5EF4-FFF2-40B4-BE49-F238E27FC236}">
                  <a16:creationId xmlns:a16="http://schemas.microsoft.com/office/drawing/2014/main" id="{0010001A-F79F-E4C0-C14C-8606EFE917F5}"/>
                </a:ext>
              </a:extLst>
            </p:cNvPr>
            <p:cNvSpPr txBox="1"/>
            <p:nvPr/>
          </p:nvSpPr>
          <p:spPr>
            <a:xfrm>
              <a:off x="711200" y="3606799"/>
              <a:ext cx="1905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450">
                  <a:solidFill>
                    <a:srgbClr val="F3F2EE"/>
                  </a:solidFill>
                  <a:latin typeface="Segoe UI Semibold" panose="020B0702040204020203" pitchFamily="34" charset="0"/>
                </a:rPr>
                <a:t>Replace a word</a:t>
              </a:r>
            </a:p>
          </p:txBody>
        </p:sp>
        <p:sp>
          <p:nvSpPr>
            <p:cNvPr id="21" name="s12_20">
              <a:extLst>
                <a:ext uri="{FF2B5EF4-FFF2-40B4-BE49-F238E27FC236}">
                  <a16:creationId xmlns:a16="http://schemas.microsoft.com/office/drawing/2014/main" id="{3BB68482-559F-67C2-1294-75872B47BC7E}"/>
                </a:ext>
              </a:extLst>
            </p:cNvPr>
            <p:cNvSpPr txBox="1"/>
            <p:nvPr/>
          </p:nvSpPr>
          <p:spPr>
            <a:xfrm>
              <a:off x="2743200" y="3594099"/>
              <a:ext cx="4699000" cy="50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A8A49C"/>
                  </a:solidFill>
                  <a:latin typeface="Segoe UI" panose="020B0502040204020203" pitchFamily="34" charset="0"/>
                </a:rPr>
                <a:t>dots.tts.edit, PlayDiffusion, F5-TTS, AuK-Flash</a:t>
              </a:r>
            </a:p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75716A"/>
                  </a:solidFill>
                  <a:latin typeface="Segoe UI" panose="020B0502040204020203" pitchFamily="34" charset="0"/>
                </a:rPr>
                <a:t>10 real recordings</a:t>
              </a:r>
            </a:p>
          </p:txBody>
        </p:sp>
        <p:sp>
          <p:nvSpPr>
            <p:cNvPr id="22" name="s12_21">
              <a:extLst>
                <a:ext uri="{FF2B5EF4-FFF2-40B4-BE49-F238E27FC236}">
                  <a16:creationId xmlns:a16="http://schemas.microsoft.com/office/drawing/2014/main" id="{77E8188E-B583-AD95-DAED-3318C59248BB}"/>
                </a:ext>
              </a:extLst>
            </p:cNvPr>
            <p:cNvSpPr txBox="1"/>
            <p:nvPr/>
          </p:nvSpPr>
          <p:spPr>
            <a:xfrm>
              <a:off x="7670800" y="3568699"/>
              <a:ext cx="3810000" cy="330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>
                  <a:solidFill>
                    <a:srgbClr val="4CC89B"/>
                  </a:solidFill>
                  <a:latin typeface="Segoe UI Semibold" panose="020B0702040204020203" pitchFamily="34" charset="0"/>
                </a:rPr>
                <a:t>9/10 correct</a:t>
              </a:r>
            </a:p>
          </p:txBody>
        </p:sp>
        <p:sp>
          <p:nvSpPr>
            <p:cNvPr id="23" name="s12_22">
              <a:extLst>
                <a:ext uri="{FF2B5EF4-FFF2-40B4-BE49-F238E27FC236}">
                  <a16:creationId xmlns:a16="http://schemas.microsoft.com/office/drawing/2014/main" id="{B4EA7B49-74EF-E453-ED70-0D8314372663}"/>
                </a:ext>
              </a:extLst>
            </p:cNvPr>
            <p:cNvSpPr txBox="1"/>
            <p:nvPr/>
          </p:nvSpPr>
          <p:spPr>
            <a:xfrm>
              <a:off x="7670800" y="3886200"/>
              <a:ext cx="3810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PlayDiffusion + splice, 1.5 s per edit</a:t>
              </a:r>
            </a:p>
          </p:txBody>
        </p:sp>
      </p:grpSp>
      <p:grpSp>
        <p:nvGrpSpPr>
          <p:cNvPr id="30" name="s12_29">
            <a:extLst>
              <a:ext uri="{FF2B5EF4-FFF2-40B4-BE49-F238E27FC236}">
                <a16:creationId xmlns:a16="http://schemas.microsoft.com/office/drawing/2014/main" id="{777E5F2F-F3D4-F872-E623-F2B667DF7241}"/>
              </a:ext>
            </a:extLst>
          </p:cNvPr>
          <p:cNvGrpSpPr/>
          <p:nvPr/>
        </p:nvGrpSpPr>
        <p:grpSpPr>
          <a:xfrm>
            <a:off x="711200" y="4191000"/>
            <a:ext cx="10769600" cy="635000"/>
            <a:chOff x="711200" y="4191000"/>
            <a:chExt cx="10769600" cy="635000"/>
          </a:xfrm>
        </p:grpSpPr>
        <p:cxnSp>
          <p:nvCxnSpPr>
            <p:cNvPr id="25" name="s12_24">
              <a:extLst>
                <a:ext uri="{FF2B5EF4-FFF2-40B4-BE49-F238E27FC236}">
                  <a16:creationId xmlns:a16="http://schemas.microsoft.com/office/drawing/2014/main" id="{5093D9E0-0935-037B-2873-3D2325BF4BB5}"/>
                </a:ext>
              </a:extLst>
            </p:cNvPr>
            <p:cNvCxnSpPr/>
            <p:nvPr/>
          </p:nvCxnSpPr>
          <p:spPr>
            <a:xfrm>
              <a:off x="711200" y="4191000"/>
              <a:ext cx="1076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s12_25">
              <a:extLst>
                <a:ext uri="{FF2B5EF4-FFF2-40B4-BE49-F238E27FC236}">
                  <a16:creationId xmlns:a16="http://schemas.microsoft.com/office/drawing/2014/main" id="{068CCAE9-CBFA-6C72-F8F0-700FBB9F81E7}"/>
                </a:ext>
              </a:extLst>
            </p:cNvPr>
            <p:cNvSpPr txBox="1"/>
            <p:nvPr/>
          </p:nvSpPr>
          <p:spPr>
            <a:xfrm>
              <a:off x="711200" y="4317999"/>
              <a:ext cx="1905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450">
                  <a:solidFill>
                    <a:srgbClr val="F3F2EE"/>
                  </a:solidFill>
                  <a:latin typeface="Segoe UI Semibold" panose="020B0702040204020203" pitchFamily="34" charset="0"/>
                </a:rPr>
                <a:t>Mispronunciation</a:t>
              </a:r>
            </a:p>
          </p:txBody>
        </p:sp>
        <p:sp>
          <p:nvSpPr>
            <p:cNvPr id="27" name="s12_26">
              <a:extLst>
                <a:ext uri="{FF2B5EF4-FFF2-40B4-BE49-F238E27FC236}">
                  <a16:creationId xmlns:a16="http://schemas.microsoft.com/office/drawing/2014/main" id="{F60B52CB-A51E-2106-9093-CE888375451E}"/>
                </a:ext>
              </a:extLst>
            </p:cNvPr>
            <p:cNvSpPr txBox="1"/>
            <p:nvPr/>
          </p:nvSpPr>
          <p:spPr>
            <a:xfrm>
              <a:off x="2743200" y="4305299"/>
              <a:ext cx="4699000" cy="50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A8A49C"/>
                  </a:solidFill>
                  <a:latin typeface="Segoe UI" panose="020B0502040204020203" pitchFamily="34" charset="0"/>
                </a:rPr>
                <a:t>training-free scores vs our trained detector</a:t>
              </a:r>
            </a:p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75716A"/>
                  </a:solidFill>
                  <a:latin typeface="Segoe UI" panose="020B0502040204020203" pitchFamily="34" charset="0"/>
                </a:rPr>
                <a:t>speechocean762, 15,967 words</a:t>
              </a:r>
            </a:p>
          </p:txBody>
        </p:sp>
        <p:sp>
          <p:nvSpPr>
            <p:cNvPr id="28" name="s12_27">
              <a:extLst>
                <a:ext uri="{FF2B5EF4-FFF2-40B4-BE49-F238E27FC236}">
                  <a16:creationId xmlns:a16="http://schemas.microsoft.com/office/drawing/2014/main" id="{47AB5427-8845-A125-6B78-07FB9911AA15}"/>
                </a:ext>
              </a:extLst>
            </p:cNvPr>
            <p:cNvSpPr txBox="1"/>
            <p:nvPr/>
          </p:nvSpPr>
          <p:spPr>
            <a:xfrm>
              <a:off x="7670800" y="4279899"/>
              <a:ext cx="3810000" cy="330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>
                  <a:solidFill>
                    <a:srgbClr val="F3F2EE"/>
                  </a:solidFill>
                  <a:latin typeface="Segoe UI Semibold" panose="020B0702040204020203" pitchFamily="34" charset="0"/>
                </a:rPr>
                <a:t>AUC 0.88</a:t>
              </a:r>
            </a:p>
          </p:txBody>
        </p:sp>
        <p:sp>
          <p:nvSpPr>
            <p:cNvPr id="29" name="s12_28">
              <a:extLst>
                <a:ext uri="{FF2B5EF4-FFF2-40B4-BE49-F238E27FC236}">
                  <a16:creationId xmlns:a16="http://schemas.microsoft.com/office/drawing/2014/main" id="{1F3A6D33-AE0D-D461-99F6-08F2712033B2}"/>
                </a:ext>
              </a:extLst>
            </p:cNvPr>
            <p:cNvSpPr txBox="1"/>
            <p:nvPr/>
          </p:nvSpPr>
          <p:spPr>
            <a:xfrm>
              <a:off x="7670800" y="4597400"/>
              <a:ext cx="3810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training-free: 0.73</a:t>
              </a:r>
            </a:p>
          </p:txBody>
        </p:sp>
      </p:grpSp>
      <p:grpSp>
        <p:nvGrpSpPr>
          <p:cNvPr id="36" name="s12_35">
            <a:extLst>
              <a:ext uri="{FF2B5EF4-FFF2-40B4-BE49-F238E27FC236}">
                <a16:creationId xmlns:a16="http://schemas.microsoft.com/office/drawing/2014/main" id="{851A8C39-E557-CC72-7E47-D2D81F581EEB}"/>
              </a:ext>
            </a:extLst>
          </p:cNvPr>
          <p:cNvGrpSpPr/>
          <p:nvPr/>
        </p:nvGrpSpPr>
        <p:grpSpPr>
          <a:xfrm>
            <a:off x="711200" y="4902200"/>
            <a:ext cx="10769600" cy="635000"/>
            <a:chOff x="711200" y="4902200"/>
            <a:chExt cx="10769600" cy="635000"/>
          </a:xfrm>
        </p:grpSpPr>
        <p:cxnSp>
          <p:nvCxnSpPr>
            <p:cNvPr id="31" name="s12_30">
              <a:extLst>
                <a:ext uri="{FF2B5EF4-FFF2-40B4-BE49-F238E27FC236}">
                  <a16:creationId xmlns:a16="http://schemas.microsoft.com/office/drawing/2014/main" id="{3595654C-DE4E-5CAE-6425-2F447A9B41E1}"/>
                </a:ext>
              </a:extLst>
            </p:cNvPr>
            <p:cNvCxnSpPr/>
            <p:nvPr/>
          </p:nvCxnSpPr>
          <p:spPr>
            <a:xfrm>
              <a:off x="711200" y="4902200"/>
              <a:ext cx="1076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s12_31">
              <a:extLst>
                <a:ext uri="{FF2B5EF4-FFF2-40B4-BE49-F238E27FC236}">
                  <a16:creationId xmlns:a16="http://schemas.microsoft.com/office/drawing/2014/main" id="{D4274ECD-5F7B-AFF8-9B92-4675AF37311E}"/>
                </a:ext>
              </a:extLst>
            </p:cNvPr>
            <p:cNvSpPr txBox="1"/>
            <p:nvPr/>
          </p:nvSpPr>
          <p:spPr>
            <a:xfrm>
              <a:off x="711200" y="5029199"/>
              <a:ext cx="1905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450">
                  <a:solidFill>
                    <a:srgbClr val="F3F2EE"/>
                  </a:solidFill>
                  <a:latin typeface="Segoe UI Semibold" panose="020B0702040204020203" pitchFamily="34" charset="0"/>
                </a:rPr>
                <a:t>Grammar</a:t>
              </a:r>
            </a:p>
          </p:txBody>
        </p:sp>
        <p:sp>
          <p:nvSpPr>
            <p:cNvPr id="33" name="s12_32">
              <a:extLst>
                <a:ext uri="{FF2B5EF4-FFF2-40B4-BE49-F238E27FC236}">
                  <a16:creationId xmlns:a16="http://schemas.microsoft.com/office/drawing/2014/main" id="{C25B0A98-5A8A-3A79-88F8-377A93F2289E}"/>
                </a:ext>
              </a:extLst>
            </p:cNvPr>
            <p:cNvSpPr txBox="1"/>
            <p:nvPr/>
          </p:nvSpPr>
          <p:spPr>
            <a:xfrm>
              <a:off x="2743200" y="5016499"/>
              <a:ext cx="4699000" cy="50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A8A49C"/>
                  </a:solidFill>
                  <a:latin typeface="Segoe UI" panose="020B0502040204020203" pitchFamily="34" charset="0"/>
                </a:rPr>
                <a:t>fix said in the speaker’s own voice</a:t>
              </a:r>
            </a:p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75716A"/>
                  </a:solidFill>
                  <a:latin typeface="Segoe UI" panose="020B0502040204020203" pitchFamily="34" charset="0"/>
                </a:rPr>
                <a:t>8 non-native speakers (EdAcc)</a:t>
              </a:r>
            </a:p>
          </p:txBody>
        </p:sp>
        <p:sp>
          <p:nvSpPr>
            <p:cNvPr id="34" name="s12_33">
              <a:extLst>
                <a:ext uri="{FF2B5EF4-FFF2-40B4-BE49-F238E27FC236}">
                  <a16:creationId xmlns:a16="http://schemas.microsoft.com/office/drawing/2014/main" id="{6CA3F55F-7E6B-C7BA-1DBA-EBAF55A5FD52}"/>
                </a:ext>
              </a:extLst>
            </p:cNvPr>
            <p:cNvSpPr txBox="1"/>
            <p:nvPr/>
          </p:nvSpPr>
          <p:spPr>
            <a:xfrm>
              <a:off x="7670800" y="4991099"/>
              <a:ext cx="3810000" cy="330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>
                  <a:solidFill>
                    <a:srgbClr val="F3F2EE"/>
                  </a:solidFill>
                  <a:latin typeface="Segoe UI Semibold" panose="020B0702040204020203" pitchFamily="34" charset="0"/>
                </a:rPr>
                <a:t>8/8 rendered</a:t>
              </a:r>
            </a:p>
          </p:txBody>
        </p:sp>
        <p:sp>
          <p:nvSpPr>
            <p:cNvPr id="35" name="s12_34">
              <a:extLst>
                <a:ext uri="{FF2B5EF4-FFF2-40B4-BE49-F238E27FC236}">
                  <a16:creationId xmlns:a16="http://schemas.microsoft.com/office/drawing/2014/main" id="{15B47176-545A-94EA-C6C2-1445D8D4D50F}"/>
                </a:ext>
              </a:extLst>
            </p:cNvPr>
            <p:cNvSpPr txBox="1"/>
            <p:nvPr/>
          </p:nvSpPr>
          <p:spPr>
            <a:xfrm>
              <a:off x="7670800" y="5308600"/>
              <a:ext cx="3810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heard correctly; clips were pre-selected</a:t>
              </a:r>
            </a:p>
          </p:txBody>
        </p:sp>
      </p:grpSp>
      <p:cxnSp>
        <p:nvCxnSpPr>
          <p:cNvPr id="37" name="s12_36">
            <a:extLst>
              <a:ext uri="{FF2B5EF4-FFF2-40B4-BE49-F238E27FC236}">
                <a16:creationId xmlns:a16="http://schemas.microsoft.com/office/drawing/2014/main" id="{FA7B024A-0AF2-AFBC-10FB-DCBFBE828388}"/>
              </a:ext>
            </a:extLst>
          </p:cNvPr>
          <p:cNvCxnSpPr/>
          <p:nvPr/>
        </p:nvCxnSpPr>
        <p:spPr>
          <a:xfrm>
            <a:off x="711200" y="5613400"/>
            <a:ext cx="10769600" cy="0"/>
          </a:xfrm>
          <a:prstGeom prst="line">
            <a:avLst/>
          </a:prstGeom>
          <a:ln w="9525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12_37">
            <a:extLst>
              <a:ext uri="{FF2B5EF4-FFF2-40B4-BE49-F238E27FC236}">
                <a16:creationId xmlns:a16="http://schemas.microsoft.com/office/drawing/2014/main" id="{36544F21-66D1-1EF5-CD47-268366D93CEE}"/>
              </a:ext>
            </a:extLst>
          </p:cNvPr>
          <p:cNvSpPr txBox="1"/>
          <p:nvPr/>
        </p:nvSpPr>
        <p:spPr>
          <a:xfrm>
            <a:off x="711200" y="5791199"/>
            <a:ext cx="10769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00">
                <a:solidFill>
                  <a:srgbClr val="75716A"/>
                </a:solidFill>
                <a:latin typeface="Segoe UI" panose="020B0502040204020203" pitchFamily="34" charset="0"/>
              </a:rPr>
              <a:t>All on one A100 80 GB. Small test sets: engineering measurements, not paper results. The grammar clips were pre-selected, so 8/8 measures rendering, not detection.</a:t>
            </a:r>
          </a:p>
        </p:txBody>
      </p:sp>
    </p:spTree>
    <p:extLst>
      <p:ext uri="{BB962C8B-B14F-4D97-AF65-F5344CB8AC3E}">
        <p14:creationId xmlns:p14="http://schemas.microsoft.com/office/powerpoint/2010/main" val="19191523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_1">
            <a:extLst>
              <a:ext uri="{FF2B5EF4-FFF2-40B4-BE49-F238E27FC236}">
                <a16:creationId xmlns:a16="http://schemas.microsoft.com/office/drawing/2014/main" id="{FEE2144E-31B2-7A65-0F56-76EA3519A450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WHO IT’S FOR</a:t>
            </a:r>
          </a:p>
        </p:txBody>
      </p:sp>
      <p:sp>
        <p:nvSpPr>
          <p:cNvPr id="3" name="s13_2">
            <a:extLst>
              <a:ext uri="{FF2B5EF4-FFF2-40B4-BE49-F238E27FC236}">
                <a16:creationId xmlns:a16="http://schemas.microsoft.com/office/drawing/2014/main" id="{204F042F-B368-7185-F4B6-F61A170EECA4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600">
                <a:solidFill>
                  <a:srgbClr val="F3F2EE"/>
                </a:solidFill>
                <a:latin typeface="Sitka Display" pitchFamily="2" charset="0"/>
              </a:rPr>
              <a:t>For anyone who’s ever hit re-record.</a:t>
            </a:r>
          </a:p>
        </p:txBody>
      </p:sp>
      <p:grpSp>
        <p:nvGrpSpPr>
          <p:cNvPr id="8" name="s13_7">
            <a:extLst>
              <a:ext uri="{FF2B5EF4-FFF2-40B4-BE49-F238E27FC236}">
                <a16:creationId xmlns:a16="http://schemas.microsoft.com/office/drawing/2014/main" id="{48EC3ECE-9AFB-5FCD-F25C-5A5A75555B70}"/>
              </a:ext>
            </a:extLst>
          </p:cNvPr>
          <p:cNvGrpSpPr/>
          <p:nvPr/>
        </p:nvGrpSpPr>
        <p:grpSpPr>
          <a:xfrm>
            <a:off x="711200" y="2031999"/>
            <a:ext cx="3149600" cy="2895600"/>
            <a:chOff x="711200" y="2031999"/>
            <a:chExt cx="3149600" cy="2895600"/>
          </a:xfrm>
        </p:grpSpPr>
        <p:sp>
          <p:nvSpPr>
            <p:cNvPr id="4" name="s13_3">
              <a:extLst>
                <a:ext uri="{FF2B5EF4-FFF2-40B4-BE49-F238E27FC236}">
                  <a16:creationId xmlns:a16="http://schemas.microsoft.com/office/drawing/2014/main" id="{F90F6CEC-3DAF-A975-652B-DF725E0FB49D}"/>
                </a:ext>
              </a:extLst>
            </p:cNvPr>
            <p:cNvSpPr txBox="1"/>
            <p:nvPr/>
          </p:nvSpPr>
          <p:spPr>
            <a:xfrm>
              <a:off x="711200" y="2031999"/>
              <a:ext cx="3149600" cy="889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5800">
                  <a:solidFill>
                    <a:srgbClr val="F3F2EE"/>
                  </a:solidFill>
                  <a:latin typeface="Segoe UI Light" panose="020B0502040204020203" pitchFamily="34" charset="0"/>
                </a:rPr>
                <a:t>44%</a:t>
              </a:r>
            </a:p>
          </p:txBody>
        </p:sp>
        <p:cxnSp>
          <p:nvCxnSpPr>
            <p:cNvPr id="5" name="s13_4">
              <a:extLst>
                <a:ext uri="{FF2B5EF4-FFF2-40B4-BE49-F238E27FC236}">
                  <a16:creationId xmlns:a16="http://schemas.microsoft.com/office/drawing/2014/main" id="{87AE6225-211C-5D95-6B6F-B465D6E087B3}"/>
                </a:ext>
              </a:extLst>
            </p:cNvPr>
            <p:cNvCxnSpPr/>
            <p:nvPr/>
          </p:nvCxnSpPr>
          <p:spPr>
            <a:xfrm>
              <a:off x="711200" y="3124200"/>
              <a:ext cx="314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s13_5">
              <a:extLst>
                <a:ext uri="{FF2B5EF4-FFF2-40B4-BE49-F238E27FC236}">
                  <a16:creationId xmlns:a16="http://schemas.microsoft.com/office/drawing/2014/main" id="{5D3ABDC7-AE04-38FC-A8BA-DEF9EDDFE25F}"/>
                </a:ext>
              </a:extLst>
            </p:cNvPr>
            <p:cNvSpPr txBox="1"/>
            <p:nvPr/>
          </p:nvSpPr>
          <p:spPr>
            <a:xfrm>
              <a:off x="711200" y="3327399"/>
              <a:ext cx="3149600" cy="1016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2000"/>
                </a:lnSpc>
              </a:pPr>
              <a:r>
                <a:rPr lang="en-US" sz="1550">
                  <a:solidFill>
                    <a:srgbClr val="A8A49C"/>
                  </a:solidFill>
                  <a:latin typeface="Segoe UI" panose="020B0502040204020203" pitchFamily="34" charset="0"/>
                </a:rPr>
                <a:t>of people play voice notes at double speed. Shorter, cleaner notes respect their time.</a:t>
              </a:r>
            </a:p>
          </p:txBody>
        </p:sp>
        <p:sp>
          <p:nvSpPr>
            <p:cNvPr id="7" name="s13_6">
              <a:extLst>
                <a:ext uri="{FF2B5EF4-FFF2-40B4-BE49-F238E27FC236}">
                  <a16:creationId xmlns:a16="http://schemas.microsoft.com/office/drawing/2014/main" id="{BA2CDE4D-64DA-6C72-6562-6407D883A5C7}"/>
                </a:ext>
              </a:extLst>
            </p:cNvPr>
            <p:cNvSpPr txBox="1"/>
            <p:nvPr/>
          </p:nvSpPr>
          <p:spPr>
            <a:xfrm>
              <a:off x="711200" y="4521199"/>
              <a:ext cx="3149600" cy="406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Sky Mobile poll of 2,000 UK adults, 2025</a:t>
              </a:r>
            </a:p>
          </p:txBody>
        </p:sp>
      </p:grpSp>
      <p:grpSp>
        <p:nvGrpSpPr>
          <p:cNvPr id="19" name="s13_18">
            <a:extLst>
              <a:ext uri="{FF2B5EF4-FFF2-40B4-BE49-F238E27FC236}">
                <a16:creationId xmlns:a16="http://schemas.microsoft.com/office/drawing/2014/main" id="{5276803A-94B8-629B-55DD-4AF73413D995}"/>
              </a:ext>
            </a:extLst>
          </p:cNvPr>
          <p:cNvGrpSpPr/>
          <p:nvPr/>
        </p:nvGrpSpPr>
        <p:grpSpPr>
          <a:xfrm>
            <a:off x="4521199" y="2031999"/>
            <a:ext cx="3683000" cy="2895600"/>
            <a:chOff x="4521199" y="2031999"/>
            <a:chExt cx="3683000" cy="2895600"/>
          </a:xfrm>
        </p:grpSpPr>
        <p:sp>
          <p:nvSpPr>
            <p:cNvPr id="15" name="s13_14">
              <a:extLst>
                <a:ext uri="{FF2B5EF4-FFF2-40B4-BE49-F238E27FC236}">
                  <a16:creationId xmlns:a16="http://schemas.microsoft.com/office/drawing/2014/main" id="{F90DC65E-B709-367D-92EF-C4C102F4AE7D}"/>
                </a:ext>
              </a:extLst>
            </p:cNvPr>
            <p:cNvSpPr txBox="1"/>
            <p:nvPr/>
          </p:nvSpPr>
          <p:spPr>
            <a:xfrm>
              <a:off x="4521199" y="2031999"/>
              <a:ext cx="3683000" cy="8890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2150">
                  <a:solidFill>
                    <a:srgbClr val="F3F2EE"/>
                  </a:solidFill>
                  <a:latin typeface="Sitka Text" pitchFamily="2" charset="0"/>
                </a:rPr>
                <a:t>“didn’t </a:t>
              </a:r>
              <a:r>
                <a:rPr lang="en-US" sz="2150" strike="sngStrike">
                  <a:solidFill>
                    <a:srgbClr val="75716A"/>
                  </a:solidFill>
                  <a:latin typeface="Sitka Text" pitchFamily="2" charset="0"/>
                </a:rPr>
                <a:t>got</a:t>
              </a:r>
              <a:r>
                <a:rPr lang="en-US" sz="2150">
                  <a:solidFill>
                    <a:srgbClr val="F3F2EE"/>
                  </a:solidFill>
                  <a:latin typeface="Sitka Text" pitchFamily="2" charset="0"/>
                </a:rPr>
                <a:t>” → “didn’t </a:t>
              </a:r>
              <a:r>
                <a:rPr lang="en-US" sz="2150">
                  <a:solidFill>
                    <a:srgbClr val="4CC89B"/>
                  </a:solidFill>
                  <a:latin typeface="Sitka Text" pitchFamily="2" charset="0"/>
                </a:rPr>
                <a:t>get</a:t>
              </a:r>
              <a:r>
                <a:rPr lang="en-US" sz="2150">
                  <a:solidFill>
                    <a:srgbClr val="F3F2EE"/>
                  </a:solidFill>
                  <a:latin typeface="Sitka Text" pitchFamily="2" charset="0"/>
                </a:rPr>
                <a:t>”</a:t>
              </a:r>
            </a:p>
          </p:txBody>
        </p:sp>
        <p:cxnSp>
          <p:nvCxnSpPr>
            <p:cNvPr id="16" name="s13_15">
              <a:extLst>
                <a:ext uri="{FF2B5EF4-FFF2-40B4-BE49-F238E27FC236}">
                  <a16:creationId xmlns:a16="http://schemas.microsoft.com/office/drawing/2014/main" id="{A44660D8-CDC1-6890-56B5-1B26A20BC809}"/>
                </a:ext>
              </a:extLst>
            </p:cNvPr>
            <p:cNvCxnSpPr/>
            <p:nvPr/>
          </p:nvCxnSpPr>
          <p:spPr>
            <a:xfrm>
              <a:off x="4521200" y="3124200"/>
              <a:ext cx="314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s13_16">
              <a:extLst>
                <a:ext uri="{FF2B5EF4-FFF2-40B4-BE49-F238E27FC236}">
                  <a16:creationId xmlns:a16="http://schemas.microsoft.com/office/drawing/2014/main" id="{8428C8C2-235B-2849-9682-FC7E91E469D8}"/>
                </a:ext>
              </a:extLst>
            </p:cNvPr>
            <p:cNvSpPr txBox="1"/>
            <p:nvPr/>
          </p:nvSpPr>
          <p:spPr>
            <a:xfrm>
              <a:off x="4521200" y="3327399"/>
              <a:ext cx="3149600" cy="1016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2000"/>
                </a:lnSpc>
              </a:pPr>
              <a:r>
                <a:rPr lang="en-US" sz="1550">
                  <a:solidFill>
                    <a:srgbClr val="A8A49C"/>
                  </a:solidFill>
                  <a:latin typeface="Segoe UI" panose="020B0502040204020203" pitchFamily="34" charset="0"/>
                </a:rPr>
                <a:t>Second-language speakers: the grammar is fixed in their own voice.</a:t>
              </a:r>
            </a:p>
          </p:txBody>
        </p:sp>
        <p:sp>
          <p:nvSpPr>
            <p:cNvPr id="18" name="s13_17">
              <a:extLst>
                <a:ext uri="{FF2B5EF4-FFF2-40B4-BE49-F238E27FC236}">
                  <a16:creationId xmlns:a16="http://schemas.microsoft.com/office/drawing/2014/main" id="{CE96C346-3C9E-DE01-7EFF-2C0D05E643CE}"/>
                </a:ext>
              </a:extLst>
            </p:cNvPr>
            <p:cNvSpPr txBox="1"/>
            <p:nvPr/>
          </p:nvSpPr>
          <p:spPr>
            <a:xfrm>
              <a:off x="4521200" y="4521199"/>
              <a:ext cx="3149600" cy="406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8/8 fixes rendered on non-native speakers</a:t>
              </a:r>
            </a:p>
          </p:txBody>
        </p:sp>
      </p:grpSp>
      <p:grpSp>
        <p:nvGrpSpPr>
          <p:cNvPr id="24" name="s13_23">
            <a:extLst>
              <a:ext uri="{FF2B5EF4-FFF2-40B4-BE49-F238E27FC236}">
                <a16:creationId xmlns:a16="http://schemas.microsoft.com/office/drawing/2014/main" id="{D6FDBBE5-8997-6AC4-C1EC-D541D7DA4C89}"/>
              </a:ext>
            </a:extLst>
          </p:cNvPr>
          <p:cNvGrpSpPr/>
          <p:nvPr/>
        </p:nvGrpSpPr>
        <p:grpSpPr>
          <a:xfrm>
            <a:off x="8331200" y="2031999"/>
            <a:ext cx="3149600" cy="2895600"/>
            <a:chOff x="8331200" y="2031999"/>
            <a:chExt cx="3149600" cy="2895600"/>
          </a:xfrm>
        </p:grpSpPr>
        <p:sp>
          <p:nvSpPr>
            <p:cNvPr id="20" name="s13_19">
              <a:extLst>
                <a:ext uri="{FF2B5EF4-FFF2-40B4-BE49-F238E27FC236}">
                  <a16:creationId xmlns:a16="http://schemas.microsoft.com/office/drawing/2014/main" id="{0176033F-5D67-B1BF-8D1E-C9510055D487}"/>
                </a:ext>
              </a:extLst>
            </p:cNvPr>
            <p:cNvSpPr txBox="1"/>
            <p:nvPr/>
          </p:nvSpPr>
          <p:spPr>
            <a:xfrm>
              <a:off x="8331200" y="2031999"/>
              <a:ext cx="3149600" cy="889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2400" i="1">
                  <a:solidFill>
                    <a:srgbClr val="F3F2EE"/>
                  </a:solidFill>
                  <a:latin typeface="Sitka Text" pitchFamily="2" charset="0"/>
                </a:rPr>
                <a:t>“…</a:t>
              </a:r>
              <a:r>
                <a:rPr lang="en-US" sz="2400" i="1" strike="sngStrike">
                  <a:solidFill>
                    <a:srgbClr val="FF453A"/>
                  </a:solidFill>
                  <a:latin typeface="Sitka Text" pitchFamily="2" charset="0"/>
                </a:rPr>
                <a:t>scratch that.</a:t>
              </a:r>
              <a:r>
                <a:rPr lang="en-US" sz="2400" i="1">
                  <a:solidFill>
                    <a:srgbClr val="F3F2EE"/>
                  </a:solidFill>
                  <a:latin typeface="Sitka Text" pitchFamily="2" charset="0"/>
                </a:rPr>
                <a:t>”</a:t>
              </a:r>
            </a:p>
          </p:txBody>
        </p:sp>
        <p:cxnSp>
          <p:nvCxnSpPr>
            <p:cNvPr id="21" name="s13_20">
              <a:extLst>
                <a:ext uri="{FF2B5EF4-FFF2-40B4-BE49-F238E27FC236}">
                  <a16:creationId xmlns:a16="http://schemas.microsoft.com/office/drawing/2014/main" id="{3DAFB8D1-03E2-C1BB-D207-D4BF76838C5C}"/>
                </a:ext>
              </a:extLst>
            </p:cNvPr>
            <p:cNvCxnSpPr/>
            <p:nvPr/>
          </p:nvCxnSpPr>
          <p:spPr>
            <a:xfrm>
              <a:off x="8331200" y="3124200"/>
              <a:ext cx="314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s13_21">
              <a:extLst>
                <a:ext uri="{FF2B5EF4-FFF2-40B4-BE49-F238E27FC236}">
                  <a16:creationId xmlns:a16="http://schemas.microsoft.com/office/drawing/2014/main" id="{CDDC8542-00A6-D0BD-A58B-FFC65906F090}"/>
                </a:ext>
              </a:extLst>
            </p:cNvPr>
            <p:cNvSpPr txBox="1"/>
            <p:nvPr/>
          </p:nvSpPr>
          <p:spPr>
            <a:xfrm>
              <a:off x="8331200" y="3327399"/>
              <a:ext cx="3149600" cy="1016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2000"/>
                </a:lnSpc>
              </a:pPr>
              <a:r>
                <a:rPr lang="en-US" sz="1550">
                  <a:solidFill>
                    <a:srgbClr val="A8A49C"/>
                  </a:solidFill>
                  <a:latin typeface="Segoe UI" panose="020B0502040204020203" pitchFamily="34" charset="0"/>
                </a:rPr>
                <a:t>Anyone mid-rant: take it back before it’s sent.</a:t>
              </a:r>
            </a:p>
          </p:txBody>
        </p:sp>
        <p:sp>
          <p:nvSpPr>
            <p:cNvPr id="23" name="s13_22">
              <a:extLst>
                <a:ext uri="{FF2B5EF4-FFF2-40B4-BE49-F238E27FC236}">
                  <a16:creationId xmlns:a16="http://schemas.microsoft.com/office/drawing/2014/main" id="{80DCE3AE-DCBA-950F-06E5-2E94257A05DE}"/>
                </a:ext>
              </a:extLst>
            </p:cNvPr>
            <p:cNvSpPr txBox="1"/>
            <p:nvPr/>
          </p:nvSpPr>
          <p:spPr>
            <a:xfrm>
              <a:off x="8331200" y="4521199"/>
              <a:ext cx="3149600" cy="406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live undo in 351 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91882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14_8">
            <a:extLst>
              <a:ext uri="{FF2B5EF4-FFF2-40B4-BE49-F238E27FC236}">
                <a16:creationId xmlns:a16="http://schemas.microsoft.com/office/drawing/2014/main" id="{99F79B0F-1AE1-7FBB-5925-B6D1EC6982CD}"/>
              </a:ext>
            </a:extLst>
          </p:cNvPr>
          <p:cNvGrpSpPr/>
          <p:nvPr/>
        </p:nvGrpSpPr>
        <p:grpSpPr>
          <a:xfrm>
            <a:off x="4505651" y="1442847"/>
            <a:ext cx="543306" cy="543306"/>
            <a:chOff x="4505651" y="1442847"/>
            <a:chExt cx="543306" cy="543306"/>
          </a:xfrm>
        </p:grpSpPr>
        <p:sp>
          <p:nvSpPr>
            <p:cNvPr id="3" name="s14_2">
              <a:extLst>
                <a:ext uri="{FF2B5EF4-FFF2-40B4-BE49-F238E27FC236}">
                  <a16:creationId xmlns:a16="http://schemas.microsoft.com/office/drawing/2014/main" id="{C02A570B-F29E-1216-0CB2-5222C7C2B468}"/>
                </a:ext>
              </a:extLst>
            </p:cNvPr>
            <p:cNvSpPr/>
            <p:nvPr/>
          </p:nvSpPr>
          <p:spPr>
            <a:xfrm>
              <a:off x="4505651" y="1442847"/>
              <a:ext cx="543306" cy="543306"/>
            </a:xfrm>
            <a:prstGeom prst="roundRect">
              <a:avLst>
                <a:gd name="adj" fmla="val 21505"/>
              </a:avLst>
            </a:prstGeom>
            <a:noFill/>
            <a:ln w="40894" cap="flat" cmpd="sng" algn="ctr">
              <a:solidFill>
                <a:srgbClr val="F3F2EE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s14_3">
              <a:extLst>
                <a:ext uri="{FF2B5EF4-FFF2-40B4-BE49-F238E27FC236}">
                  <a16:creationId xmlns:a16="http://schemas.microsoft.com/office/drawing/2014/main" id="{41530AE8-264F-3E3B-35E4-1102A44EA23B}"/>
                </a:ext>
              </a:extLst>
            </p:cNvPr>
            <p:cNvSpPr/>
            <p:nvPr/>
          </p:nvSpPr>
          <p:spPr>
            <a:xfrm>
              <a:off x="4599707" y="1641475"/>
              <a:ext cx="35052" cy="1460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14_4">
              <a:extLst>
                <a:ext uri="{FF2B5EF4-FFF2-40B4-BE49-F238E27FC236}">
                  <a16:creationId xmlns:a16="http://schemas.microsoft.com/office/drawing/2014/main" id="{A490FF11-8C6C-C6D8-6B30-2F412AD58926}"/>
                </a:ext>
              </a:extLst>
            </p:cNvPr>
            <p:cNvSpPr/>
            <p:nvPr/>
          </p:nvSpPr>
          <p:spPr>
            <a:xfrm>
              <a:off x="4678574" y="1580134"/>
              <a:ext cx="35052" cy="268732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s14_5">
              <a:extLst>
                <a:ext uri="{FF2B5EF4-FFF2-40B4-BE49-F238E27FC236}">
                  <a16:creationId xmlns:a16="http://schemas.microsoft.com/office/drawing/2014/main" id="{735A76C4-37D1-01FE-7321-75E1F5D8B262}"/>
                </a:ext>
              </a:extLst>
            </p:cNvPr>
            <p:cNvSpPr/>
            <p:nvPr/>
          </p:nvSpPr>
          <p:spPr>
            <a:xfrm>
              <a:off x="4759777" y="1512951"/>
              <a:ext cx="35052" cy="403098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14_6">
              <a:extLst>
                <a:ext uri="{FF2B5EF4-FFF2-40B4-BE49-F238E27FC236}">
                  <a16:creationId xmlns:a16="http://schemas.microsoft.com/office/drawing/2014/main" id="{69936D5A-8C59-496B-0884-0190B8E50A6F}"/>
                </a:ext>
              </a:extLst>
            </p:cNvPr>
            <p:cNvSpPr/>
            <p:nvPr/>
          </p:nvSpPr>
          <p:spPr>
            <a:xfrm>
              <a:off x="4840981" y="1585976"/>
              <a:ext cx="35052" cy="257048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14_7">
              <a:extLst>
                <a:ext uri="{FF2B5EF4-FFF2-40B4-BE49-F238E27FC236}">
                  <a16:creationId xmlns:a16="http://schemas.microsoft.com/office/drawing/2014/main" id="{3F3ECFED-38B6-4A62-B940-4257BC058CDD}"/>
                </a:ext>
              </a:extLst>
            </p:cNvPr>
            <p:cNvSpPr/>
            <p:nvPr/>
          </p:nvSpPr>
          <p:spPr>
            <a:xfrm>
              <a:off x="4919848" y="1644396"/>
              <a:ext cx="35052" cy="140208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s14_9">
            <a:extLst>
              <a:ext uri="{FF2B5EF4-FFF2-40B4-BE49-F238E27FC236}">
                <a16:creationId xmlns:a16="http://schemas.microsoft.com/office/drawing/2014/main" id="{165DF193-C317-FABB-9781-18AB842D8FAA}"/>
              </a:ext>
            </a:extLst>
          </p:cNvPr>
          <p:cNvSpPr txBox="1"/>
          <p:nvPr/>
        </p:nvSpPr>
        <p:spPr>
          <a:xfrm>
            <a:off x="5272603" y="1333499"/>
            <a:ext cx="2561193" cy="762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4000">
                <a:solidFill>
                  <a:srgbClr val="F3F2EE"/>
                </a:solidFill>
                <a:latin typeface="Segoe UI Semibold" panose="020B0702040204020203" pitchFamily="34" charset="0"/>
              </a:rPr>
              <a:t>Ctrl+Voice</a:t>
            </a:r>
          </a:p>
        </p:txBody>
      </p:sp>
      <p:sp>
        <p:nvSpPr>
          <p:cNvPr id="11" name="s14_10">
            <a:extLst>
              <a:ext uri="{FF2B5EF4-FFF2-40B4-BE49-F238E27FC236}">
                <a16:creationId xmlns:a16="http://schemas.microsoft.com/office/drawing/2014/main" id="{7ECC85BD-C469-12CC-F507-5D77790DA55B}"/>
              </a:ext>
            </a:extLst>
          </p:cNvPr>
          <p:cNvSpPr txBox="1"/>
          <p:nvPr/>
        </p:nvSpPr>
        <p:spPr>
          <a:xfrm>
            <a:off x="711200" y="2412999"/>
            <a:ext cx="10769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5000">
                <a:solidFill>
                  <a:srgbClr val="F3F2EE"/>
                </a:solidFill>
                <a:latin typeface="Sitka Display" pitchFamily="2" charset="0"/>
              </a:rPr>
              <a:t>Say it messy. Send it clean.</a:t>
            </a:r>
          </a:p>
        </p:txBody>
      </p:sp>
      <p:grpSp>
        <p:nvGrpSpPr>
          <p:cNvPr id="23" name="s14_22">
            <a:extLst>
              <a:ext uri="{FF2B5EF4-FFF2-40B4-BE49-F238E27FC236}">
                <a16:creationId xmlns:a16="http://schemas.microsoft.com/office/drawing/2014/main" id="{363D50CF-CF4D-1370-1085-EACCDA0A4DAD}"/>
              </a:ext>
            </a:extLst>
          </p:cNvPr>
          <p:cNvGrpSpPr/>
          <p:nvPr/>
        </p:nvGrpSpPr>
        <p:grpSpPr>
          <a:xfrm>
            <a:off x="711200" y="4241800"/>
            <a:ext cx="10769600" cy="1015999"/>
            <a:chOff x="711200" y="4241800"/>
            <a:chExt cx="10769600" cy="1015999"/>
          </a:xfrm>
        </p:grpSpPr>
        <p:cxnSp>
          <p:nvCxnSpPr>
            <p:cNvPr id="12" name="s14_11">
              <a:extLst>
                <a:ext uri="{FF2B5EF4-FFF2-40B4-BE49-F238E27FC236}">
                  <a16:creationId xmlns:a16="http://schemas.microsoft.com/office/drawing/2014/main" id="{5E0D7EEF-89A2-03B1-E1EC-CD567ABB8F4A}"/>
                </a:ext>
              </a:extLst>
            </p:cNvPr>
            <p:cNvCxnSpPr/>
            <p:nvPr/>
          </p:nvCxnSpPr>
          <p:spPr>
            <a:xfrm>
              <a:off x="1473200" y="4241800"/>
              <a:ext cx="9245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s14_12">
              <a:extLst>
                <a:ext uri="{FF2B5EF4-FFF2-40B4-BE49-F238E27FC236}">
                  <a16:creationId xmlns:a16="http://schemas.microsoft.com/office/drawing/2014/main" id="{909B7A62-A561-9982-7902-1B2D60AF302C}"/>
                </a:ext>
              </a:extLst>
            </p:cNvPr>
            <p:cNvSpPr txBox="1"/>
            <p:nvPr/>
          </p:nvSpPr>
          <p:spPr>
            <a:xfrm>
              <a:off x="711200" y="4521199"/>
              <a:ext cx="215392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600">
                  <a:solidFill>
                    <a:srgbClr val="F3F2EE"/>
                  </a:solidFill>
                  <a:latin typeface="Segoe UI Semibold" panose="020B0702040204020203" pitchFamily="34" charset="0"/>
                </a:rPr>
                <a:t>Antony</a:t>
              </a:r>
            </a:p>
          </p:txBody>
        </p:sp>
        <p:sp>
          <p:nvSpPr>
            <p:cNvPr id="14" name="s14_13">
              <a:extLst>
                <a:ext uri="{FF2B5EF4-FFF2-40B4-BE49-F238E27FC236}">
                  <a16:creationId xmlns:a16="http://schemas.microsoft.com/office/drawing/2014/main" id="{0606E16D-696D-2093-E644-1FAA64635695}"/>
                </a:ext>
              </a:extLst>
            </p:cNvPr>
            <p:cNvSpPr txBox="1"/>
            <p:nvPr/>
          </p:nvSpPr>
          <p:spPr>
            <a:xfrm>
              <a:off x="787400" y="4825999"/>
              <a:ext cx="200152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ML Engineer</a:t>
              </a:r>
            </a:p>
          </p:txBody>
        </p:sp>
        <p:sp>
          <p:nvSpPr>
            <p:cNvPr id="15" name="s14_14">
              <a:extLst>
                <a:ext uri="{FF2B5EF4-FFF2-40B4-BE49-F238E27FC236}">
                  <a16:creationId xmlns:a16="http://schemas.microsoft.com/office/drawing/2014/main" id="{2453A99F-A104-DE03-2B1D-8A9AD0A97963}"/>
                </a:ext>
              </a:extLst>
            </p:cNvPr>
            <p:cNvSpPr txBox="1"/>
            <p:nvPr/>
          </p:nvSpPr>
          <p:spPr>
            <a:xfrm>
              <a:off x="2865120" y="4521199"/>
              <a:ext cx="215392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600">
                  <a:solidFill>
                    <a:srgbClr val="F3F2EE"/>
                  </a:solidFill>
                  <a:latin typeface="Segoe UI Semibold" panose="020B0702040204020203" pitchFamily="34" charset="0"/>
                </a:rPr>
                <a:t>Nikoloz</a:t>
              </a:r>
            </a:p>
          </p:txBody>
        </p:sp>
        <p:sp>
          <p:nvSpPr>
            <p:cNvPr id="16" name="s14_15">
              <a:extLst>
                <a:ext uri="{FF2B5EF4-FFF2-40B4-BE49-F238E27FC236}">
                  <a16:creationId xmlns:a16="http://schemas.microsoft.com/office/drawing/2014/main" id="{9F3DF8C2-027C-326F-2952-49288BC6BF42}"/>
                </a:ext>
              </a:extLst>
            </p:cNvPr>
            <p:cNvSpPr txBox="1"/>
            <p:nvPr/>
          </p:nvSpPr>
          <p:spPr>
            <a:xfrm>
              <a:off x="2941320" y="4825999"/>
              <a:ext cx="200152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ML Engineer</a:t>
              </a:r>
            </a:p>
          </p:txBody>
        </p:sp>
        <p:sp>
          <p:nvSpPr>
            <p:cNvPr id="17" name="s14_16">
              <a:extLst>
                <a:ext uri="{FF2B5EF4-FFF2-40B4-BE49-F238E27FC236}">
                  <a16:creationId xmlns:a16="http://schemas.microsoft.com/office/drawing/2014/main" id="{3A0A013D-8ABF-16FF-9FD4-BCF7EEDA7A87}"/>
                </a:ext>
              </a:extLst>
            </p:cNvPr>
            <p:cNvSpPr txBox="1"/>
            <p:nvPr/>
          </p:nvSpPr>
          <p:spPr>
            <a:xfrm>
              <a:off x="5019040" y="4521199"/>
              <a:ext cx="215392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600">
                  <a:solidFill>
                    <a:srgbClr val="F0A73A"/>
                  </a:solidFill>
                  <a:latin typeface="Segoe UI Semibold" panose="020B0702040204020203" pitchFamily="34" charset="0"/>
                </a:rPr>
                <a:t>[Name]</a:t>
              </a:r>
            </a:p>
          </p:txBody>
        </p:sp>
        <p:sp>
          <p:nvSpPr>
            <p:cNvPr id="18" name="s14_17">
              <a:extLst>
                <a:ext uri="{FF2B5EF4-FFF2-40B4-BE49-F238E27FC236}">
                  <a16:creationId xmlns:a16="http://schemas.microsoft.com/office/drawing/2014/main" id="{B81F89CF-60F0-EAF3-9BE9-D68DD366C78C}"/>
                </a:ext>
              </a:extLst>
            </p:cNvPr>
            <p:cNvSpPr txBox="1"/>
            <p:nvPr/>
          </p:nvSpPr>
          <p:spPr>
            <a:xfrm>
              <a:off x="5095240" y="4825999"/>
              <a:ext cx="200152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Data Analyst</a:t>
              </a:r>
            </a:p>
          </p:txBody>
        </p:sp>
        <p:sp>
          <p:nvSpPr>
            <p:cNvPr id="19" name="s14_18">
              <a:extLst>
                <a:ext uri="{FF2B5EF4-FFF2-40B4-BE49-F238E27FC236}">
                  <a16:creationId xmlns:a16="http://schemas.microsoft.com/office/drawing/2014/main" id="{A1462E7F-5537-AFFB-6F2B-F3F644802E2B}"/>
                </a:ext>
              </a:extLst>
            </p:cNvPr>
            <p:cNvSpPr txBox="1"/>
            <p:nvPr/>
          </p:nvSpPr>
          <p:spPr>
            <a:xfrm>
              <a:off x="7172960" y="4521199"/>
              <a:ext cx="215392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600">
                  <a:solidFill>
                    <a:srgbClr val="F0A73A"/>
                  </a:solidFill>
                  <a:latin typeface="Segoe UI Semibold" panose="020B0702040204020203" pitchFamily="34" charset="0"/>
                </a:rPr>
                <a:t>[Name]</a:t>
              </a:r>
            </a:p>
          </p:txBody>
        </p:sp>
        <p:sp>
          <p:nvSpPr>
            <p:cNvPr id="20" name="s14_19">
              <a:extLst>
                <a:ext uri="{FF2B5EF4-FFF2-40B4-BE49-F238E27FC236}">
                  <a16:creationId xmlns:a16="http://schemas.microsoft.com/office/drawing/2014/main" id="{DBB3CFF6-4AEC-2615-B957-C4C0B069191B}"/>
                </a:ext>
              </a:extLst>
            </p:cNvPr>
            <p:cNvSpPr txBox="1"/>
            <p:nvPr/>
          </p:nvSpPr>
          <p:spPr>
            <a:xfrm>
              <a:off x="7249160" y="4825999"/>
              <a:ext cx="200152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MLOps / API Engineer</a:t>
              </a:r>
            </a:p>
          </p:txBody>
        </p:sp>
        <p:sp>
          <p:nvSpPr>
            <p:cNvPr id="21" name="s14_20">
              <a:extLst>
                <a:ext uri="{FF2B5EF4-FFF2-40B4-BE49-F238E27FC236}">
                  <a16:creationId xmlns:a16="http://schemas.microsoft.com/office/drawing/2014/main" id="{600AB711-4D6A-4A55-29CA-6B06B4B3C998}"/>
                </a:ext>
              </a:extLst>
            </p:cNvPr>
            <p:cNvSpPr txBox="1"/>
            <p:nvPr/>
          </p:nvSpPr>
          <p:spPr>
            <a:xfrm>
              <a:off x="9326880" y="4521199"/>
              <a:ext cx="215392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600">
                  <a:solidFill>
                    <a:srgbClr val="F0A73A"/>
                  </a:solidFill>
                  <a:latin typeface="Segoe UI Semibold" panose="020B0702040204020203" pitchFamily="34" charset="0"/>
                </a:rPr>
                <a:t>[Name]</a:t>
              </a:r>
            </a:p>
          </p:txBody>
        </p:sp>
        <p:sp>
          <p:nvSpPr>
            <p:cNvPr id="22" name="s14_21">
              <a:extLst>
                <a:ext uri="{FF2B5EF4-FFF2-40B4-BE49-F238E27FC236}">
                  <a16:creationId xmlns:a16="http://schemas.microsoft.com/office/drawing/2014/main" id="{11569452-D04A-9B89-5B0A-EE8F4C9A4A46}"/>
                </a:ext>
              </a:extLst>
            </p:cNvPr>
            <p:cNvSpPr txBox="1"/>
            <p:nvPr/>
          </p:nvSpPr>
          <p:spPr>
            <a:xfrm>
              <a:off x="9403080" y="4825999"/>
              <a:ext cx="200152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Software Engineer</a:t>
              </a:r>
            </a:p>
          </p:txBody>
        </p:sp>
      </p:grpSp>
      <p:sp>
        <p:nvSpPr>
          <p:cNvPr id="24" name="s14_23">
            <a:extLst>
              <a:ext uri="{FF2B5EF4-FFF2-40B4-BE49-F238E27FC236}">
                <a16:creationId xmlns:a16="http://schemas.microsoft.com/office/drawing/2014/main" id="{ED22C9E2-A2B2-8945-9E43-C9B50C965A32}"/>
              </a:ext>
            </a:extLst>
          </p:cNvPr>
          <p:cNvSpPr txBox="1"/>
          <p:nvPr/>
        </p:nvSpPr>
        <p:spPr>
          <a:xfrm>
            <a:off x="711200" y="6273800"/>
            <a:ext cx="10769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Lovable Hackathon  ·  Make It Better</a:t>
            </a:r>
          </a:p>
        </p:txBody>
      </p:sp>
    </p:spTree>
    <p:extLst>
      <p:ext uri="{BB962C8B-B14F-4D97-AF65-F5344CB8AC3E}">
        <p14:creationId xmlns:p14="http://schemas.microsoft.com/office/powerpoint/2010/main" val="16289794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_1">
            <a:extLst>
              <a:ext uri="{FF2B5EF4-FFF2-40B4-BE49-F238E27FC236}">
                <a16:creationId xmlns:a16="http://schemas.microsoft.com/office/drawing/2014/main" id="{EBA99592-10A7-9DB5-CB75-93CF5ECFB6B3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APPENDIX · FOR QUESTIONS</a:t>
            </a:r>
          </a:p>
        </p:txBody>
      </p:sp>
      <p:sp>
        <p:nvSpPr>
          <p:cNvPr id="3" name="s15_2">
            <a:extLst>
              <a:ext uri="{FF2B5EF4-FFF2-40B4-BE49-F238E27FC236}">
                <a16:creationId xmlns:a16="http://schemas.microsoft.com/office/drawing/2014/main" id="{225423C5-97CF-4125-9F79-662F7866F488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200">
                <a:solidFill>
                  <a:srgbClr val="F3F2EE"/>
                </a:solidFill>
                <a:latin typeface="Sitka Display" pitchFamily="2" charset="0"/>
              </a:rPr>
              <a:t>What we haven’t solved yet</a:t>
            </a:r>
          </a:p>
        </p:txBody>
      </p:sp>
      <p:sp>
        <p:nvSpPr>
          <p:cNvPr id="4" name="s15_3">
            <a:extLst>
              <a:ext uri="{FF2B5EF4-FFF2-40B4-BE49-F238E27FC236}">
                <a16:creationId xmlns:a16="http://schemas.microsoft.com/office/drawing/2014/main" id="{266D4594-C6A4-2D50-3849-9E358C653BFA}"/>
              </a:ext>
            </a:extLst>
          </p:cNvPr>
          <p:cNvSpPr txBox="1"/>
          <p:nvPr/>
        </p:nvSpPr>
        <p:spPr>
          <a:xfrm>
            <a:off x="711200" y="1523999"/>
            <a:ext cx="5080000" cy="457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Grammar: 8/8 measures rendering only; the clips were pre-selected. False corrections on native speech are unmeasured.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Whisper drops some repeats and restarts, so very disfluent speech is only partly cleaned (the “the, the” in the demo stays).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No blind listening test of the splice seams yet.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AI tone changes the voice (similarity 0.72–0.86); the natural presets are not listener-tested.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“Did you mean?” is experimental: a suggestion only, often wrong.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Accent removal was dropped: no measurable change.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Licences: F5-TTS weights are CC-BY-NC, PlayDiffusion’s repo is archived. Fine for a hackathon, not a product.</a:t>
            </a:r>
          </a:p>
        </p:txBody>
      </p:sp>
      <p:sp>
        <p:nvSpPr>
          <p:cNvPr id="5" name="s15_4">
            <a:extLst>
              <a:ext uri="{FF2B5EF4-FFF2-40B4-BE49-F238E27FC236}">
                <a16:creationId xmlns:a16="http://schemas.microsoft.com/office/drawing/2014/main" id="{406A5F0C-247A-9D34-DAAE-727D5B7524FC}"/>
              </a:ext>
            </a:extLst>
          </p:cNvPr>
          <p:cNvSpPr txBox="1"/>
          <p:nvPr/>
        </p:nvSpPr>
        <p:spPr>
          <a:xfrm>
            <a:off x="6350000" y="1574800"/>
            <a:ext cx="5130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 spc="120">
                <a:solidFill>
                  <a:srgbClr val="75716A"/>
                </a:solidFill>
                <a:latin typeface="Segoe UI Semibold" panose="020B0702040204020203" pitchFamily="34" charset="0"/>
              </a:rPr>
              <a:t>WORD REPLACEMENT · 10 REAL RECORDINGS</a:t>
            </a:r>
          </a:p>
        </p:txBody>
      </p:sp>
      <p:sp>
        <p:nvSpPr>
          <p:cNvPr id="6" name="s15_5">
            <a:extLst>
              <a:ext uri="{FF2B5EF4-FFF2-40B4-BE49-F238E27FC236}">
                <a16:creationId xmlns:a16="http://schemas.microsoft.com/office/drawing/2014/main" id="{293168E6-6AC3-1B85-7C69-1049A1C8B5F9}"/>
              </a:ext>
            </a:extLst>
          </p:cNvPr>
          <p:cNvSpPr txBox="1"/>
          <p:nvPr/>
        </p:nvSpPr>
        <p:spPr>
          <a:xfrm>
            <a:off x="6350000" y="18796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75716A"/>
                </a:solidFill>
                <a:latin typeface="Segoe UI Semibold" panose="020B0702040204020203" pitchFamily="34" charset="0"/>
              </a:rPr>
              <a:t>Engine</a:t>
            </a:r>
          </a:p>
        </p:txBody>
      </p:sp>
      <p:sp>
        <p:nvSpPr>
          <p:cNvPr id="7" name="s15_6">
            <a:extLst>
              <a:ext uri="{FF2B5EF4-FFF2-40B4-BE49-F238E27FC236}">
                <a16:creationId xmlns:a16="http://schemas.microsoft.com/office/drawing/2014/main" id="{08C3CBE0-3200-0711-FFB5-9794CDCF9D15}"/>
              </a:ext>
            </a:extLst>
          </p:cNvPr>
          <p:cNvSpPr txBox="1"/>
          <p:nvPr/>
        </p:nvSpPr>
        <p:spPr>
          <a:xfrm>
            <a:off x="8483600" y="1879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75716A"/>
                </a:solidFill>
                <a:latin typeface="Segoe UI Semibold" panose="020B0702040204020203" pitchFamily="34" charset="0"/>
              </a:rPr>
              <a:t>Correct</a:t>
            </a:r>
          </a:p>
        </p:txBody>
      </p:sp>
      <p:sp>
        <p:nvSpPr>
          <p:cNvPr id="8" name="s15_7">
            <a:extLst>
              <a:ext uri="{FF2B5EF4-FFF2-40B4-BE49-F238E27FC236}">
                <a16:creationId xmlns:a16="http://schemas.microsoft.com/office/drawing/2014/main" id="{B77627E0-9EC3-4FA9-EE5D-B67509CA8D8A}"/>
              </a:ext>
            </a:extLst>
          </p:cNvPr>
          <p:cNvSpPr txBox="1"/>
          <p:nvPr/>
        </p:nvSpPr>
        <p:spPr>
          <a:xfrm>
            <a:off x="9245600" y="1879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75716A"/>
                </a:solidFill>
                <a:latin typeface="Segoe UI Semibold" panose="020B0702040204020203" pitchFamily="34" charset="0"/>
              </a:rPr>
              <a:t>WER</a:t>
            </a:r>
          </a:p>
        </p:txBody>
      </p:sp>
      <p:sp>
        <p:nvSpPr>
          <p:cNvPr id="9" name="s15_8">
            <a:extLst>
              <a:ext uri="{FF2B5EF4-FFF2-40B4-BE49-F238E27FC236}">
                <a16:creationId xmlns:a16="http://schemas.microsoft.com/office/drawing/2014/main" id="{636E208C-E358-F177-7823-07613CB0CA64}"/>
              </a:ext>
            </a:extLst>
          </p:cNvPr>
          <p:cNvSpPr txBox="1"/>
          <p:nvPr/>
        </p:nvSpPr>
        <p:spPr>
          <a:xfrm>
            <a:off x="10007600" y="1879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75716A"/>
                </a:solidFill>
                <a:latin typeface="Segoe UI Semibold" panose="020B0702040204020203" pitchFamily="34" charset="0"/>
              </a:rPr>
              <a:t>Voice sim</a:t>
            </a:r>
          </a:p>
        </p:txBody>
      </p:sp>
      <p:sp>
        <p:nvSpPr>
          <p:cNvPr id="10" name="s15_9">
            <a:extLst>
              <a:ext uri="{FF2B5EF4-FFF2-40B4-BE49-F238E27FC236}">
                <a16:creationId xmlns:a16="http://schemas.microsoft.com/office/drawing/2014/main" id="{9CFD4E26-426F-8C18-0B09-2EAC6E761758}"/>
              </a:ext>
            </a:extLst>
          </p:cNvPr>
          <p:cNvSpPr txBox="1"/>
          <p:nvPr/>
        </p:nvSpPr>
        <p:spPr>
          <a:xfrm>
            <a:off x="10896600" y="1879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75716A"/>
                </a:solidFill>
                <a:latin typeface="Segoe UI Semibold" panose="020B0702040204020203" pitchFamily="34" charset="0"/>
              </a:rPr>
              <a:t>s/edit</a:t>
            </a:r>
          </a:p>
        </p:txBody>
      </p:sp>
      <p:cxnSp>
        <p:nvCxnSpPr>
          <p:cNvPr id="11" name="s15_10">
            <a:extLst>
              <a:ext uri="{FF2B5EF4-FFF2-40B4-BE49-F238E27FC236}">
                <a16:creationId xmlns:a16="http://schemas.microsoft.com/office/drawing/2014/main" id="{CB82ECB4-875F-5199-EEF4-6C111B860F0E}"/>
              </a:ext>
            </a:extLst>
          </p:cNvPr>
          <p:cNvCxnSpPr/>
          <p:nvPr/>
        </p:nvCxnSpPr>
        <p:spPr>
          <a:xfrm>
            <a:off x="6350000" y="21463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15_11">
            <a:extLst>
              <a:ext uri="{FF2B5EF4-FFF2-40B4-BE49-F238E27FC236}">
                <a16:creationId xmlns:a16="http://schemas.microsoft.com/office/drawing/2014/main" id="{9D2C1BA2-C7E9-D159-7F22-9BAC6D12FCB8}"/>
              </a:ext>
            </a:extLst>
          </p:cNvPr>
          <p:cNvSpPr txBox="1"/>
          <p:nvPr/>
        </p:nvSpPr>
        <p:spPr>
          <a:xfrm>
            <a:off x="6350000" y="22098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dots.tts.edit + splice</a:t>
            </a:r>
          </a:p>
        </p:txBody>
      </p:sp>
      <p:sp>
        <p:nvSpPr>
          <p:cNvPr id="13" name="s15_12">
            <a:extLst>
              <a:ext uri="{FF2B5EF4-FFF2-40B4-BE49-F238E27FC236}">
                <a16:creationId xmlns:a16="http://schemas.microsoft.com/office/drawing/2014/main" id="{3C8B2925-CF49-78B8-3CAB-2F846500EF75}"/>
              </a:ext>
            </a:extLst>
          </p:cNvPr>
          <p:cNvSpPr txBox="1"/>
          <p:nvPr/>
        </p:nvSpPr>
        <p:spPr>
          <a:xfrm>
            <a:off x="8483600" y="22098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10/10</a:t>
            </a:r>
          </a:p>
        </p:txBody>
      </p:sp>
      <p:sp>
        <p:nvSpPr>
          <p:cNvPr id="14" name="s15_13">
            <a:extLst>
              <a:ext uri="{FF2B5EF4-FFF2-40B4-BE49-F238E27FC236}">
                <a16:creationId xmlns:a16="http://schemas.microsoft.com/office/drawing/2014/main" id="{0C59134F-ADB7-2676-8516-FDE33CB34219}"/>
              </a:ext>
            </a:extLst>
          </p:cNvPr>
          <p:cNvSpPr txBox="1"/>
          <p:nvPr/>
        </p:nvSpPr>
        <p:spPr>
          <a:xfrm>
            <a:off x="9245600" y="22098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0.045</a:t>
            </a:r>
          </a:p>
        </p:txBody>
      </p:sp>
      <p:sp>
        <p:nvSpPr>
          <p:cNvPr id="15" name="s15_14">
            <a:extLst>
              <a:ext uri="{FF2B5EF4-FFF2-40B4-BE49-F238E27FC236}">
                <a16:creationId xmlns:a16="http://schemas.microsoft.com/office/drawing/2014/main" id="{7AFBFA2A-2095-CDC7-14EA-A137D02C9A0D}"/>
              </a:ext>
            </a:extLst>
          </p:cNvPr>
          <p:cNvSpPr txBox="1"/>
          <p:nvPr/>
        </p:nvSpPr>
        <p:spPr>
          <a:xfrm>
            <a:off x="10007600" y="22098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0.975</a:t>
            </a:r>
          </a:p>
        </p:txBody>
      </p:sp>
      <p:sp>
        <p:nvSpPr>
          <p:cNvPr id="16" name="s15_15">
            <a:extLst>
              <a:ext uri="{FF2B5EF4-FFF2-40B4-BE49-F238E27FC236}">
                <a16:creationId xmlns:a16="http://schemas.microsoft.com/office/drawing/2014/main" id="{F0978026-CDF3-2A68-CCDC-5F213B64A61A}"/>
              </a:ext>
            </a:extLst>
          </p:cNvPr>
          <p:cNvSpPr txBox="1"/>
          <p:nvPr/>
        </p:nvSpPr>
        <p:spPr>
          <a:xfrm>
            <a:off x="10896600" y="22098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12.7</a:t>
            </a:r>
          </a:p>
        </p:txBody>
      </p:sp>
      <p:cxnSp>
        <p:nvCxnSpPr>
          <p:cNvPr id="17" name="s15_16">
            <a:extLst>
              <a:ext uri="{FF2B5EF4-FFF2-40B4-BE49-F238E27FC236}">
                <a16:creationId xmlns:a16="http://schemas.microsoft.com/office/drawing/2014/main" id="{5E278D23-426E-9DC2-3041-607B7ADE9236}"/>
              </a:ext>
            </a:extLst>
          </p:cNvPr>
          <p:cNvCxnSpPr/>
          <p:nvPr/>
        </p:nvCxnSpPr>
        <p:spPr>
          <a:xfrm>
            <a:off x="6350000" y="24765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15_17">
            <a:extLst>
              <a:ext uri="{FF2B5EF4-FFF2-40B4-BE49-F238E27FC236}">
                <a16:creationId xmlns:a16="http://schemas.microsoft.com/office/drawing/2014/main" id="{6C905F9A-855D-C37B-D742-1888E5BB0D6D}"/>
              </a:ext>
            </a:extLst>
          </p:cNvPr>
          <p:cNvSpPr txBox="1"/>
          <p:nvPr/>
        </p:nvSpPr>
        <p:spPr>
          <a:xfrm>
            <a:off x="6350000" y="25400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3F2EE"/>
                </a:solidFill>
                <a:latin typeface="Segoe UI Semibold" panose="020B0702040204020203" pitchFamily="34" charset="0"/>
              </a:rPr>
              <a:t>PlayDiffusion + splice</a:t>
            </a:r>
          </a:p>
        </p:txBody>
      </p:sp>
      <p:sp>
        <p:nvSpPr>
          <p:cNvPr id="19" name="s15_18">
            <a:extLst>
              <a:ext uri="{FF2B5EF4-FFF2-40B4-BE49-F238E27FC236}">
                <a16:creationId xmlns:a16="http://schemas.microsoft.com/office/drawing/2014/main" id="{C0F99307-2E15-5571-6D4B-C99B3FBCC362}"/>
              </a:ext>
            </a:extLst>
          </p:cNvPr>
          <p:cNvSpPr txBox="1"/>
          <p:nvPr/>
        </p:nvSpPr>
        <p:spPr>
          <a:xfrm>
            <a:off x="8483600" y="25400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3F2EE"/>
                </a:solidFill>
                <a:latin typeface="Segoe UI" panose="020B0502040204020203" pitchFamily="34" charset="0"/>
              </a:rPr>
              <a:t>9/10</a:t>
            </a:r>
          </a:p>
        </p:txBody>
      </p:sp>
      <p:sp>
        <p:nvSpPr>
          <p:cNvPr id="20" name="s15_19">
            <a:extLst>
              <a:ext uri="{FF2B5EF4-FFF2-40B4-BE49-F238E27FC236}">
                <a16:creationId xmlns:a16="http://schemas.microsoft.com/office/drawing/2014/main" id="{A9A0E4C9-5446-C53B-F89E-B2E1333A2F64}"/>
              </a:ext>
            </a:extLst>
          </p:cNvPr>
          <p:cNvSpPr txBox="1"/>
          <p:nvPr/>
        </p:nvSpPr>
        <p:spPr>
          <a:xfrm>
            <a:off x="9245600" y="25400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3F2EE"/>
                </a:solidFill>
                <a:latin typeface="Segoe UI" panose="020B0502040204020203" pitchFamily="34" charset="0"/>
              </a:rPr>
              <a:t>0.046</a:t>
            </a:r>
          </a:p>
        </p:txBody>
      </p:sp>
      <p:sp>
        <p:nvSpPr>
          <p:cNvPr id="21" name="s15_20">
            <a:extLst>
              <a:ext uri="{FF2B5EF4-FFF2-40B4-BE49-F238E27FC236}">
                <a16:creationId xmlns:a16="http://schemas.microsoft.com/office/drawing/2014/main" id="{3C783588-A066-19D2-5BDB-549F59B763E2}"/>
              </a:ext>
            </a:extLst>
          </p:cNvPr>
          <p:cNvSpPr txBox="1"/>
          <p:nvPr/>
        </p:nvSpPr>
        <p:spPr>
          <a:xfrm>
            <a:off x="10007600" y="25400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3F2EE"/>
                </a:solidFill>
                <a:latin typeface="Segoe UI" panose="020B0502040204020203" pitchFamily="34" charset="0"/>
              </a:rPr>
              <a:t>0.976</a:t>
            </a:r>
          </a:p>
        </p:txBody>
      </p:sp>
      <p:sp>
        <p:nvSpPr>
          <p:cNvPr id="22" name="s15_21">
            <a:extLst>
              <a:ext uri="{FF2B5EF4-FFF2-40B4-BE49-F238E27FC236}">
                <a16:creationId xmlns:a16="http://schemas.microsoft.com/office/drawing/2014/main" id="{AC0DFE37-7211-DFCC-937F-F7D19D153D0C}"/>
              </a:ext>
            </a:extLst>
          </p:cNvPr>
          <p:cNvSpPr txBox="1"/>
          <p:nvPr/>
        </p:nvSpPr>
        <p:spPr>
          <a:xfrm>
            <a:off x="10896600" y="25400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3F2EE"/>
                </a:solidFill>
                <a:latin typeface="Segoe UI" panose="020B0502040204020203" pitchFamily="34" charset="0"/>
              </a:rPr>
              <a:t>1.5</a:t>
            </a:r>
          </a:p>
        </p:txBody>
      </p:sp>
      <p:cxnSp>
        <p:nvCxnSpPr>
          <p:cNvPr id="23" name="s15_22">
            <a:extLst>
              <a:ext uri="{FF2B5EF4-FFF2-40B4-BE49-F238E27FC236}">
                <a16:creationId xmlns:a16="http://schemas.microsoft.com/office/drawing/2014/main" id="{06D3E17A-4028-A00D-6512-66A0A7E47041}"/>
              </a:ext>
            </a:extLst>
          </p:cNvPr>
          <p:cNvCxnSpPr/>
          <p:nvPr/>
        </p:nvCxnSpPr>
        <p:spPr>
          <a:xfrm>
            <a:off x="6350000" y="28067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15_23">
            <a:extLst>
              <a:ext uri="{FF2B5EF4-FFF2-40B4-BE49-F238E27FC236}">
                <a16:creationId xmlns:a16="http://schemas.microsoft.com/office/drawing/2014/main" id="{E1B391E2-F1BD-630D-BB1B-37CF1406B8A2}"/>
              </a:ext>
            </a:extLst>
          </p:cNvPr>
          <p:cNvSpPr txBox="1"/>
          <p:nvPr/>
        </p:nvSpPr>
        <p:spPr>
          <a:xfrm>
            <a:off x="6350000" y="28702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F5-TTS + splice</a:t>
            </a:r>
          </a:p>
        </p:txBody>
      </p:sp>
      <p:sp>
        <p:nvSpPr>
          <p:cNvPr id="25" name="s15_24">
            <a:extLst>
              <a:ext uri="{FF2B5EF4-FFF2-40B4-BE49-F238E27FC236}">
                <a16:creationId xmlns:a16="http://schemas.microsoft.com/office/drawing/2014/main" id="{C7014A12-56FD-AB97-1847-63E7C985E436}"/>
              </a:ext>
            </a:extLst>
          </p:cNvPr>
          <p:cNvSpPr txBox="1"/>
          <p:nvPr/>
        </p:nvSpPr>
        <p:spPr>
          <a:xfrm>
            <a:off x="8483600" y="28702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7/10</a:t>
            </a:r>
          </a:p>
        </p:txBody>
      </p:sp>
      <p:sp>
        <p:nvSpPr>
          <p:cNvPr id="26" name="s15_25">
            <a:extLst>
              <a:ext uri="{FF2B5EF4-FFF2-40B4-BE49-F238E27FC236}">
                <a16:creationId xmlns:a16="http://schemas.microsoft.com/office/drawing/2014/main" id="{F1CDDDF7-0F19-109B-6EDE-28E83900E734}"/>
              </a:ext>
            </a:extLst>
          </p:cNvPr>
          <p:cNvSpPr txBox="1"/>
          <p:nvPr/>
        </p:nvSpPr>
        <p:spPr>
          <a:xfrm>
            <a:off x="9245600" y="28702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0.053</a:t>
            </a:r>
          </a:p>
        </p:txBody>
      </p:sp>
      <p:sp>
        <p:nvSpPr>
          <p:cNvPr id="27" name="s15_26">
            <a:extLst>
              <a:ext uri="{FF2B5EF4-FFF2-40B4-BE49-F238E27FC236}">
                <a16:creationId xmlns:a16="http://schemas.microsoft.com/office/drawing/2014/main" id="{D5C727A9-C6B7-87F6-534D-6A08049CAD86}"/>
              </a:ext>
            </a:extLst>
          </p:cNvPr>
          <p:cNvSpPr txBox="1"/>
          <p:nvPr/>
        </p:nvSpPr>
        <p:spPr>
          <a:xfrm>
            <a:off x="10007600" y="28702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0.982</a:t>
            </a:r>
          </a:p>
        </p:txBody>
      </p:sp>
      <p:sp>
        <p:nvSpPr>
          <p:cNvPr id="28" name="s15_27">
            <a:extLst>
              <a:ext uri="{FF2B5EF4-FFF2-40B4-BE49-F238E27FC236}">
                <a16:creationId xmlns:a16="http://schemas.microsoft.com/office/drawing/2014/main" id="{DB432252-C6A5-BC04-444B-3DBEFDCE0A4E}"/>
              </a:ext>
            </a:extLst>
          </p:cNvPr>
          <p:cNvSpPr txBox="1"/>
          <p:nvPr/>
        </p:nvSpPr>
        <p:spPr>
          <a:xfrm>
            <a:off x="10896600" y="28702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1.0</a:t>
            </a:r>
          </a:p>
        </p:txBody>
      </p:sp>
      <p:cxnSp>
        <p:nvCxnSpPr>
          <p:cNvPr id="29" name="s15_28">
            <a:extLst>
              <a:ext uri="{FF2B5EF4-FFF2-40B4-BE49-F238E27FC236}">
                <a16:creationId xmlns:a16="http://schemas.microsoft.com/office/drawing/2014/main" id="{0E4927D0-FE43-0AFB-F932-B0BFADD3492A}"/>
              </a:ext>
            </a:extLst>
          </p:cNvPr>
          <p:cNvCxnSpPr/>
          <p:nvPr/>
        </p:nvCxnSpPr>
        <p:spPr>
          <a:xfrm>
            <a:off x="6350000" y="31369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15_29">
            <a:extLst>
              <a:ext uri="{FF2B5EF4-FFF2-40B4-BE49-F238E27FC236}">
                <a16:creationId xmlns:a16="http://schemas.microsoft.com/office/drawing/2014/main" id="{F77F3514-FFD7-90A4-2BE9-EB658D519120}"/>
              </a:ext>
            </a:extLst>
          </p:cNvPr>
          <p:cNvSpPr txBox="1"/>
          <p:nvPr/>
        </p:nvSpPr>
        <p:spPr>
          <a:xfrm>
            <a:off x="6350000" y="32004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AuK-Flash + splice</a:t>
            </a:r>
          </a:p>
        </p:txBody>
      </p:sp>
      <p:sp>
        <p:nvSpPr>
          <p:cNvPr id="31" name="s15_30">
            <a:extLst>
              <a:ext uri="{FF2B5EF4-FFF2-40B4-BE49-F238E27FC236}">
                <a16:creationId xmlns:a16="http://schemas.microsoft.com/office/drawing/2014/main" id="{773F82A3-C810-DEED-CB80-E88B2ECC1B93}"/>
              </a:ext>
            </a:extLst>
          </p:cNvPr>
          <p:cNvSpPr txBox="1"/>
          <p:nvPr/>
        </p:nvSpPr>
        <p:spPr>
          <a:xfrm>
            <a:off x="8483600" y="32004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7/10</a:t>
            </a:r>
          </a:p>
        </p:txBody>
      </p:sp>
      <p:sp>
        <p:nvSpPr>
          <p:cNvPr id="32" name="s15_31">
            <a:extLst>
              <a:ext uri="{FF2B5EF4-FFF2-40B4-BE49-F238E27FC236}">
                <a16:creationId xmlns:a16="http://schemas.microsoft.com/office/drawing/2014/main" id="{35F7EBBC-9228-6EDE-661D-6B3DAB8F99E2}"/>
              </a:ext>
            </a:extLst>
          </p:cNvPr>
          <p:cNvSpPr txBox="1"/>
          <p:nvPr/>
        </p:nvSpPr>
        <p:spPr>
          <a:xfrm>
            <a:off x="9245600" y="32004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0.066</a:t>
            </a:r>
          </a:p>
        </p:txBody>
      </p:sp>
      <p:sp>
        <p:nvSpPr>
          <p:cNvPr id="33" name="s15_32">
            <a:extLst>
              <a:ext uri="{FF2B5EF4-FFF2-40B4-BE49-F238E27FC236}">
                <a16:creationId xmlns:a16="http://schemas.microsoft.com/office/drawing/2014/main" id="{E85056B3-DDDD-625D-F700-805596410DB0}"/>
              </a:ext>
            </a:extLst>
          </p:cNvPr>
          <p:cNvSpPr txBox="1"/>
          <p:nvPr/>
        </p:nvSpPr>
        <p:spPr>
          <a:xfrm>
            <a:off x="10007600" y="32004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0.987</a:t>
            </a:r>
          </a:p>
        </p:txBody>
      </p:sp>
      <p:sp>
        <p:nvSpPr>
          <p:cNvPr id="34" name="s15_33">
            <a:extLst>
              <a:ext uri="{FF2B5EF4-FFF2-40B4-BE49-F238E27FC236}">
                <a16:creationId xmlns:a16="http://schemas.microsoft.com/office/drawing/2014/main" id="{01CCE111-E7B2-C483-CECB-ED143ED09D14}"/>
              </a:ext>
            </a:extLst>
          </p:cNvPr>
          <p:cNvSpPr txBox="1"/>
          <p:nvPr/>
        </p:nvSpPr>
        <p:spPr>
          <a:xfrm>
            <a:off x="10896600" y="32004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0.5</a:t>
            </a:r>
          </a:p>
        </p:txBody>
      </p:sp>
      <p:cxnSp>
        <p:nvCxnSpPr>
          <p:cNvPr id="35" name="s15_34">
            <a:extLst>
              <a:ext uri="{FF2B5EF4-FFF2-40B4-BE49-F238E27FC236}">
                <a16:creationId xmlns:a16="http://schemas.microsoft.com/office/drawing/2014/main" id="{EAF181FE-F576-96E0-8911-A23E567578EE}"/>
              </a:ext>
            </a:extLst>
          </p:cNvPr>
          <p:cNvCxnSpPr/>
          <p:nvPr/>
        </p:nvCxnSpPr>
        <p:spPr>
          <a:xfrm>
            <a:off x="6350000" y="34671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15_35">
            <a:extLst>
              <a:ext uri="{FF2B5EF4-FFF2-40B4-BE49-F238E27FC236}">
                <a16:creationId xmlns:a16="http://schemas.microsoft.com/office/drawing/2014/main" id="{5C9DE8C6-1C5E-7155-6BEA-9A53BC4B24E7}"/>
              </a:ext>
            </a:extLst>
          </p:cNvPr>
          <p:cNvSpPr txBox="1"/>
          <p:nvPr/>
        </p:nvSpPr>
        <p:spPr>
          <a:xfrm>
            <a:off x="6350000" y="35306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PlayDiffusion, no splice</a:t>
            </a:r>
          </a:p>
        </p:txBody>
      </p:sp>
      <p:sp>
        <p:nvSpPr>
          <p:cNvPr id="37" name="s15_36">
            <a:extLst>
              <a:ext uri="{FF2B5EF4-FFF2-40B4-BE49-F238E27FC236}">
                <a16:creationId xmlns:a16="http://schemas.microsoft.com/office/drawing/2014/main" id="{CBDDC388-33D2-85E4-7E0B-17748F3EB5E4}"/>
              </a:ext>
            </a:extLst>
          </p:cNvPr>
          <p:cNvSpPr txBox="1"/>
          <p:nvPr/>
        </p:nvSpPr>
        <p:spPr>
          <a:xfrm>
            <a:off x="8483600" y="3530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10/10</a:t>
            </a:r>
          </a:p>
        </p:txBody>
      </p:sp>
      <p:sp>
        <p:nvSpPr>
          <p:cNvPr id="38" name="s15_37">
            <a:extLst>
              <a:ext uri="{FF2B5EF4-FFF2-40B4-BE49-F238E27FC236}">
                <a16:creationId xmlns:a16="http://schemas.microsoft.com/office/drawing/2014/main" id="{6859235E-B10D-358F-A529-7AF7457BB69D}"/>
              </a:ext>
            </a:extLst>
          </p:cNvPr>
          <p:cNvSpPr txBox="1"/>
          <p:nvPr/>
        </p:nvSpPr>
        <p:spPr>
          <a:xfrm>
            <a:off x="9245600" y="3530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0.046</a:t>
            </a:r>
          </a:p>
        </p:txBody>
      </p:sp>
      <p:sp>
        <p:nvSpPr>
          <p:cNvPr id="39" name="s15_38">
            <a:extLst>
              <a:ext uri="{FF2B5EF4-FFF2-40B4-BE49-F238E27FC236}">
                <a16:creationId xmlns:a16="http://schemas.microsoft.com/office/drawing/2014/main" id="{BCD96DC9-0443-C857-A7A4-5F07540631E4}"/>
              </a:ext>
            </a:extLst>
          </p:cNvPr>
          <p:cNvSpPr txBox="1"/>
          <p:nvPr/>
        </p:nvSpPr>
        <p:spPr>
          <a:xfrm>
            <a:off x="10007600" y="3530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0.733</a:t>
            </a:r>
          </a:p>
        </p:txBody>
      </p:sp>
      <p:sp>
        <p:nvSpPr>
          <p:cNvPr id="40" name="s15_39">
            <a:extLst>
              <a:ext uri="{FF2B5EF4-FFF2-40B4-BE49-F238E27FC236}">
                <a16:creationId xmlns:a16="http://schemas.microsoft.com/office/drawing/2014/main" id="{8A46762F-8BF9-A154-7E6E-279938E09262}"/>
              </a:ext>
            </a:extLst>
          </p:cNvPr>
          <p:cNvSpPr txBox="1"/>
          <p:nvPr/>
        </p:nvSpPr>
        <p:spPr>
          <a:xfrm>
            <a:off x="10896600" y="3530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1.5</a:t>
            </a:r>
          </a:p>
        </p:txBody>
      </p:sp>
      <p:cxnSp>
        <p:nvCxnSpPr>
          <p:cNvPr id="41" name="s15_40">
            <a:extLst>
              <a:ext uri="{FF2B5EF4-FFF2-40B4-BE49-F238E27FC236}">
                <a16:creationId xmlns:a16="http://schemas.microsoft.com/office/drawing/2014/main" id="{4AE427FD-26AE-13D2-9E1D-A2F85497A1CC}"/>
              </a:ext>
            </a:extLst>
          </p:cNvPr>
          <p:cNvCxnSpPr/>
          <p:nvPr/>
        </p:nvCxnSpPr>
        <p:spPr>
          <a:xfrm>
            <a:off x="6350000" y="37973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15_41">
            <a:extLst>
              <a:ext uri="{FF2B5EF4-FFF2-40B4-BE49-F238E27FC236}">
                <a16:creationId xmlns:a16="http://schemas.microsoft.com/office/drawing/2014/main" id="{9DB75533-A91C-0EB0-0FF7-E32519AE08CB}"/>
              </a:ext>
            </a:extLst>
          </p:cNvPr>
          <p:cNvSpPr txBox="1"/>
          <p:nvPr/>
        </p:nvSpPr>
        <p:spPr>
          <a:xfrm>
            <a:off x="6350000" y="4013200"/>
            <a:ext cx="5130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 spc="120">
                <a:solidFill>
                  <a:srgbClr val="75716A"/>
                </a:solidFill>
                <a:latin typeface="Segoe UI Semibold" panose="020B0702040204020203" pitchFamily="34" charset="0"/>
              </a:rPr>
              <a:t>MISPRONUNCIATION DETECTOR · SPEECHOCEAN762</a:t>
            </a:r>
          </a:p>
        </p:txBody>
      </p:sp>
      <p:sp>
        <p:nvSpPr>
          <p:cNvPr id="43" name="s15_42">
            <a:extLst>
              <a:ext uri="{FF2B5EF4-FFF2-40B4-BE49-F238E27FC236}">
                <a16:creationId xmlns:a16="http://schemas.microsoft.com/office/drawing/2014/main" id="{CBE3551D-2DE4-AF26-8740-430C97A42267}"/>
              </a:ext>
            </a:extLst>
          </p:cNvPr>
          <p:cNvSpPr txBox="1"/>
          <p:nvPr/>
        </p:nvSpPr>
        <p:spPr>
          <a:xfrm>
            <a:off x="6350000" y="4292599"/>
            <a:ext cx="51308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Correlation with experts 0.53 (published GOPT 0.53, 3MH 0.68, Azure 0.62). AUC 0.88 for words experts rated ≤ 5, 0.91 for any mispronunciation; training-free 0.73 / 0.77.</a:t>
            </a:r>
          </a:p>
          <a:p>
            <a:pPr>
              <a:lnSpc>
                <a:spcPct val="110000"/>
              </a:lnSpc>
            </a:pPr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AI-made words are marked green for the listener; the original recording is never changed.</a:t>
            </a:r>
          </a:p>
        </p:txBody>
      </p:sp>
    </p:spTree>
    <p:extLst>
      <p:ext uri="{BB962C8B-B14F-4D97-AF65-F5344CB8AC3E}">
        <p14:creationId xmlns:p14="http://schemas.microsoft.com/office/powerpoint/2010/main" val="93328841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F3F2EE"/>
      </a:dk1>
      <a:lt1>
        <a:srgbClr val="171716"/>
      </a:lt1>
      <a:dk2>
        <a:srgbClr val="A8A49C"/>
      </a:dk2>
      <a:lt2>
        <a:srgbClr val="201F1E"/>
      </a:lt2>
      <a:accent1>
        <a:srgbClr val="4CC89B"/>
      </a:accent1>
      <a:accent2>
        <a:srgbClr val="F0A73A"/>
      </a:accent2>
      <a:accent3>
        <a:srgbClr val="FF453A"/>
      </a:accent3>
      <a:accent4>
        <a:srgbClr val="A8A49C"/>
      </a:accent4>
      <a:accent5>
        <a:srgbClr val="75716A"/>
      </a:accent5>
      <a:accent6>
        <a:srgbClr val="3D5A4F"/>
      </a:accent6>
      <a:hlink>
        <a:srgbClr val="4CC89B"/>
      </a:hlink>
      <a:folHlink>
        <a:srgbClr val="A8A49C"/>
      </a:folHlink>
    </a:clrScheme>
    <a:fontScheme name="Office">
      <a:majorFont>
        <a:latin typeface="Sitka Display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3479</Words>
  <Application>Microsoft Office PowerPoint</Application>
  <PresentationFormat>Custom</PresentationFormat>
  <Paragraphs>350</Paragraphs>
  <Slides>15</Slides>
  <Notes>15</Notes>
  <HiddenSlides>1</HiddenSlides>
  <MMClips>6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Segoe UI</vt:lpstr>
      <vt:lpstr>Segoe UI Light</vt:lpstr>
      <vt:lpstr>Segoe UI Semibold</vt:lpstr>
      <vt:lpstr>Sitka Display</vt:lpstr>
      <vt:lpstr>Sitka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Antony Ingorokva</dc:creator>
  <cp:lastModifiedBy>Antony Ingorokva</cp:lastModifiedBy>
  <cp:revision>1</cp:revision>
  <dcterms:created xsi:type="dcterms:W3CDTF">2026-10-18T04:36:45Z</dcterms:created>
  <dcterms:modified xsi:type="dcterms:W3CDTF">2026-10-18T04:36:45Z</dcterms:modified>
</cp:coreProperties>
</file>